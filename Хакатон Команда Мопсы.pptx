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5" r:id="rId7"/>
    <p:sldId id="264" r:id="rId8"/>
    <p:sldId id="262" r:id="rId9"/>
    <p:sldId id="263" r:id="rId10"/>
    <p:sldId id="26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46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256" y="64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presentation-creation.ru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15" name="Google Shape;21;p3"/>
          <p:cNvSpPr/>
          <p:nvPr userDrawn="1"/>
        </p:nvSpPr>
        <p:spPr>
          <a:xfrm rot="767936" flipH="1">
            <a:off x="7311027" y="5562092"/>
            <a:ext cx="5658256" cy="3086393"/>
          </a:xfrm>
          <a:custGeom>
            <a:avLst/>
            <a:gdLst>
              <a:gd name="connsiteX0" fmla="*/ 54690 w 86090"/>
              <a:gd name="connsiteY0" fmla="*/ 116 h 53568"/>
              <a:gd name="connsiteX1" fmla="*/ 43799 w 86090"/>
              <a:gd name="connsiteY1" fmla="*/ 3420 h 53568"/>
              <a:gd name="connsiteX2" fmla="*/ 23867 w 86090"/>
              <a:gd name="connsiteY2" fmla="*/ 26384 h 53568"/>
              <a:gd name="connsiteX3" fmla="*/ 15443 w 86090"/>
              <a:gd name="connsiteY3" fmla="*/ 30570 h 53568"/>
              <a:gd name="connsiteX4" fmla="*/ 14517 w 86090"/>
              <a:gd name="connsiteY4" fmla="*/ 30535 h 53568"/>
              <a:gd name="connsiteX5" fmla="*/ 11428 w 86090"/>
              <a:gd name="connsiteY5" fmla="*/ 30418 h 53568"/>
              <a:gd name="connsiteX6" fmla="*/ 39 w 86090"/>
              <a:gd name="connsiteY6" fmla="*/ 34114 h 53568"/>
              <a:gd name="connsiteX7" fmla="*/ 10831 w 86090"/>
              <a:gd name="connsiteY7" fmla="*/ 46041 h 53568"/>
              <a:gd name="connsiteX8" fmla="*/ 30398 w 86090"/>
              <a:gd name="connsiteY8" fmla="*/ 53568 h 53568"/>
              <a:gd name="connsiteX9" fmla="*/ 34419 w 86090"/>
              <a:gd name="connsiteY9" fmla="*/ 52929 h 53568"/>
              <a:gd name="connsiteX10" fmla="*/ 85987 w 86090"/>
              <a:gd name="connsiteY10" fmla="*/ 38125 h 53568"/>
              <a:gd name="connsiteX11" fmla="*/ 75901 w 86090"/>
              <a:gd name="connsiteY11" fmla="*/ 10688 h 53568"/>
              <a:gd name="connsiteX12" fmla="*/ 54690 w 86090"/>
              <a:gd name="connsiteY12" fmla="*/ 116 h 53568"/>
              <a:gd name="connsiteX0-1" fmla="*/ 54690 w 86090"/>
              <a:gd name="connsiteY0-2" fmla="*/ 0 h 53452"/>
              <a:gd name="connsiteX1-3" fmla="*/ 44407 w 86090"/>
              <a:gd name="connsiteY1-4" fmla="*/ 18431 h 53452"/>
              <a:gd name="connsiteX2-5" fmla="*/ 23867 w 86090"/>
              <a:gd name="connsiteY2-6" fmla="*/ 26268 h 53452"/>
              <a:gd name="connsiteX3-7" fmla="*/ 15443 w 86090"/>
              <a:gd name="connsiteY3-8" fmla="*/ 30454 h 53452"/>
              <a:gd name="connsiteX4-9" fmla="*/ 14517 w 86090"/>
              <a:gd name="connsiteY4-10" fmla="*/ 30419 h 53452"/>
              <a:gd name="connsiteX5-11" fmla="*/ 11428 w 86090"/>
              <a:gd name="connsiteY5-12" fmla="*/ 30302 h 53452"/>
              <a:gd name="connsiteX6-13" fmla="*/ 39 w 86090"/>
              <a:gd name="connsiteY6-14" fmla="*/ 33998 h 53452"/>
              <a:gd name="connsiteX7-15" fmla="*/ 10831 w 86090"/>
              <a:gd name="connsiteY7-16" fmla="*/ 45925 h 53452"/>
              <a:gd name="connsiteX8-17" fmla="*/ 30398 w 86090"/>
              <a:gd name="connsiteY8-18" fmla="*/ 53452 h 53452"/>
              <a:gd name="connsiteX9-19" fmla="*/ 34419 w 86090"/>
              <a:gd name="connsiteY9-20" fmla="*/ 52813 h 53452"/>
              <a:gd name="connsiteX10-21" fmla="*/ 85987 w 86090"/>
              <a:gd name="connsiteY10-22" fmla="*/ 38009 h 53452"/>
              <a:gd name="connsiteX11-23" fmla="*/ 75901 w 86090"/>
              <a:gd name="connsiteY11-24" fmla="*/ 10572 h 53452"/>
              <a:gd name="connsiteX12-25" fmla="*/ 54690 w 86090"/>
              <a:gd name="connsiteY12-26" fmla="*/ 0 h 53452"/>
              <a:gd name="connsiteX0-27" fmla="*/ 61755 w 86139"/>
              <a:gd name="connsiteY0-28" fmla="*/ 135 h 46986"/>
              <a:gd name="connsiteX1-29" fmla="*/ 44407 w 86139"/>
              <a:gd name="connsiteY1-30" fmla="*/ 11965 h 46986"/>
              <a:gd name="connsiteX2-31" fmla="*/ 23867 w 86139"/>
              <a:gd name="connsiteY2-32" fmla="*/ 19802 h 46986"/>
              <a:gd name="connsiteX3-33" fmla="*/ 15443 w 86139"/>
              <a:gd name="connsiteY3-34" fmla="*/ 23988 h 46986"/>
              <a:gd name="connsiteX4-35" fmla="*/ 14517 w 86139"/>
              <a:gd name="connsiteY4-36" fmla="*/ 23953 h 46986"/>
              <a:gd name="connsiteX5-37" fmla="*/ 11428 w 86139"/>
              <a:gd name="connsiteY5-38" fmla="*/ 23836 h 46986"/>
              <a:gd name="connsiteX6-39" fmla="*/ 39 w 86139"/>
              <a:gd name="connsiteY6-40" fmla="*/ 27532 h 46986"/>
              <a:gd name="connsiteX7-41" fmla="*/ 10831 w 86139"/>
              <a:gd name="connsiteY7-42" fmla="*/ 39459 h 46986"/>
              <a:gd name="connsiteX8-43" fmla="*/ 30398 w 86139"/>
              <a:gd name="connsiteY8-44" fmla="*/ 46986 h 46986"/>
              <a:gd name="connsiteX9-45" fmla="*/ 34419 w 86139"/>
              <a:gd name="connsiteY9-46" fmla="*/ 46347 h 46986"/>
              <a:gd name="connsiteX10-47" fmla="*/ 85987 w 86139"/>
              <a:gd name="connsiteY10-48" fmla="*/ 31543 h 46986"/>
              <a:gd name="connsiteX11-49" fmla="*/ 75901 w 86139"/>
              <a:gd name="connsiteY11-50" fmla="*/ 4106 h 46986"/>
              <a:gd name="connsiteX12-51" fmla="*/ 61755 w 86139"/>
              <a:gd name="connsiteY12-52" fmla="*/ 135 h 469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86139" h="46986" extrusionOk="0">
                <a:moveTo>
                  <a:pt x="61755" y="135"/>
                </a:moveTo>
                <a:cubicBezTo>
                  <a:pt x="58273" y="135"/>
                  <a:pt x="50722" y="8687"/>
                  <a:pt x="44407" y="11965"/>
                </a:cubicBezTo>
                <a:cubicBezTo>
                  <a:pt x="38092" y="15243"/>
                  <a:pt x="28694" y="17798"/>
                  <a:pt x="23867" y="19802"/>
                </a:cubicBezTo>
                <a:cubicBezTo>
                  <a:pt x="19040" y="21806"/>
                  <a:pt x="17001" y="23296"/>
                  <a:pt x="15443" y="23988"/>
                </a:cubicBezTo>
                <a:cubicBezTo>
                  <a:pt x="13885" y="24680"/>
                  <a:pt x="14837" y="23976"/>
                  <a:pt x="14517" y="23953"/>
                </a:cubicBezTo>
                <a:cubicBezTo>
                  <a:pt x="13445" y="23874"/>
                  <a:pt x="12413" y="23836"/>
                  <a:pt x="11428" y="23836"/>
                </a:cubicBezTo>
                <a:cubicBezTo>
                  <a:pt x="4945" y="23836"/>
                  <a:pt x="511" y="25459"/>
                  <a:pt x="39" y="27532"/>
                </a:cubicBezTo>
                <a:cubicBezTo>
                  <a:pt x="-501" y="29917"/>
                  <a:pt x="4649" y="36749"/>
                  <a:pt x="10831" y="39459"/>
                </a:cubicBezTo>
                <a:cubicBezTo>
                  <a:pt x="16017" y="41735"/>
                  <a:pt x="23339" y="46986"/>
                  <a:pt x="30398" y="46986"/>
                </a:cubicBezTo>
                <a:cubicBezTo>
                  <a:pt x="31754" y="46986"/>
                  <a:pt x="33100" y="46792"/>
                  <a:pt x="34419" y="46347"/>
                </a:cubicBezTo>
                <a:cubicBezTo>
                  <a:pt x="42608" y="43581"/>
                  <a:pt x="84686" y="49600"/>
                  <a:pt x="85987" y="31543"/>
                </a:cubicBezTo>
                <a:cubicBezTo>
                  <a:pt x="87289" y="13486"/>
                  <a:pt x="79940" y="9341"/>
                  <a:pt x="75901" y="4106"/>
                </a:cubicBezTo>
                <a:cubicBezTo>
                  <a:pt x="71862" y="-1129"/>
                  <a:pt x="73558" y="135"/>
                  <a:pt x="61755" y="135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2;p3"/>
          <p:cNvSpPr/>
          <p:nvPr userDrawn="1"/>
        </p:nvSpPr>
        <p:spPr>
          <a:xfrm rot="10516523" flipH="1">
            <a:off x="6957725" y="5059957"/>
            <a:ext cx="6478482" cy="3219134"/>
          </a:xfrm>
          <a:custGeom>
            <a:avLst/>
            <a:gdLst>
              <a:gd name="connsiteX0" fmla="*/ 73424 w 73424"/>
              <a:gd name="connsiteY0" fmla="*/ 0 h 31457"/>
              <a:gd name="connsiteX1" fmla="*/ 60785 w 73424"/>
              <a:gd name="connsiteY1" fmla="*/ 24597 h 31457"/>
              <a:gd name="connsiteX2" fmla="*/ 24778 w 73424"/>
              <a:gd name="connsiteY2" fmla="*/ 25788 h 31457"/>
              <a:gd name="connsiteX3" fmla="*/ 0 w 73424"/>
              <a:gd name="connsiteY3" fmla="*/ 18035 h 31457"/>
              <a:gd name="connsiteX0-1" fmla="*/ 73424 w 73424"/>
              <a:gd name="connsiteY0-2" fmla="*/ 0 h 31457"/>
              <a:gd name="connsiteX1-3" fmla="*/ 58067 w 73424"/>
              <a:gd name="connsiteY1-4" fmla="*/ 19389 h 31457"/>
              <a:gd name="connsiteX2-5" fmla="*/ 24778 w 73424"/>
              <a:gd name="connsiteY2-6" fmla="*/ 25788 h 31457"/>
              <a:gd name="connsiteX3-7" fmla="*/ 0 w 73424"/>
              <a:gd name="connsiteY3-8" fmla="*/ 18035 h 31457"/>
              <a:gd name="connsiteX0-9" fmla="*/ 73424 w 73424"/>
              <a:gd name="connsiteY0-10" fmla="*/ 0 h 29376"/>
              <a:gd name="connsiteX1-11" fmla="*/ 58067 w 73424"/>
              <a:gd name="connsiteY1-12" fmla="*/ 19389 h 29376"/>
              <a:gd name="connsiteX2-13" fmla="*/ 24778 w 73424"/>
              <a:gd name="connsiteY2-14" fmla="*/ 25788 h 29376"/>
              <a:gd name="connsiteX3-15" fmla="*/ 16974 w 73424"/>
              <a:gd name="connsiteY3-16" fmla="*/ 29025 h 29376"/>
              <a:gd name="connsiteX4" fmla="*/ 0 w 73424"/>
              <a:gd name="connsiteY4" fmla="*/ 18035 h 29376"/>
              <a:gd name="connsiteX0-17" fmla="*/ 67041 w 67041"/>
              <a:gd name="connsiteY0-18" fmla="*/ 0 h 29376"/>
              <a:gd name="connsiteX1-19" fmla="*/ 51684 w 67041"/>
              <a:gd name="connsiteY1-20" fmla="*/ 19389 h 29376"/>
              <a:gd name="connsiteX2-21" fmla="*/ 18395 w 67041"/>
              <a:gd name="connsiteY2-22" fmla="*/ 25788 h 29376"/>
              <a:gd name="connsiteX3-23" fmla="*/ 10591 w 67041"/>
              <a:gd name="connsiteY3-24" fmla="*/ 29025 h 29376"/>
              <a:gd name="connsiteX4-25" fmla="*/ 0 w 67041"/>
              <a:gd name="connsiteY4-26" fmla="*/ 10502 h 29376"/>
              <a:gd name="connsiteX0-27" fmla="*/ 67041 w 67041"/>
              <a:gd name="connsiteY0-28" fmla="*/ 0 h 27223"/>
              <a:gd name="connsiteX1-29" fmla="*/ 51684 w 67041"/>
              <a:gd name="connsiteY1-30" fmla="*/ 19389 h 27223"/>
              <a:gd name="connsiteX2-31" fmla="*/ 18395 w 67041"/>
              <a:gd name="connsiteY2-32" fmla="*/ 25788 h 27223"/>
              <a:gd name="connsiteX3-33" fmla="*/ 10214 w 67041"/>
              <a:gd name="connsiteY3-34" fmla="*/ 26197 h 27223"/>
              <a:gd name="connsiteX4-35" fmla="*/ 0 w 67041"/>
              <a:gd name="connsiteY4-36" fmla="*/ 10502 h 27223"/>
              <a:gd name="connsiteX0-37" fmla="*/ 67041 w 67041"/>
              <a:gd name="connsiteY0-38" fmla="*/ 0 h 28127"/>
              <a:gd name="connsiteX1-39" fmla="*/ 51684 w 67041"/>
              <a:gd name="connsiteY1-40" fmla="*/ 19389 h 28127"/>
              <a:gd name="connsiteX2-41" fmla="*/ 20086 w 67041"/>
              <a:gd name="connsiteY2-42" fmla="*/ 27221 h 28127"/>
              <a:gd name="connsiteX3-43" fmla="*/ 10214 w 67041"/>
              <a:gd name="connsiteY3-44" fmla="*/ 26197 h 28127"/>
              <a:gd name="connsiteX4-45" fmla="*/ 0 w 67041"/>
              <a:gd name="connsiteY4-46" fmla="*/ 10502 h 28127"/>
              <a:gd name="connsiteX0-47" fmla="*/ 67041 w 67041"/>
              <a:gd name="connsiteY0-48" fmla="*/ 0 h 27915"/>
              <a:gd name="connsiteX1-49" fmla="*/ 51684 w 67041"/>
              <a:gd name="connsiteY1-50" fmla="*/ 19389 h 27915"/>
              <a:gd name="connsiteX2-51" fmla="*/ 20086 w 67041"/>
              <a:gd name="connsiteY2-52" fmla="*/ 27221 h 27915"/>
              <a:gd name="connsiteX3-53" fmla="*/ 10984 w 67041"/>
              <a:gd name="connsiteY3-54" fmla="*/ 25133 h 27915"/>
              <a:gd name="connsiteX4-55" fmla="*/ 0 w 67041"/>
              <a:gd name="connsiteY4-56" fmla="*/ 10502 h 27915"/>
              <a:gd name="connsiteX0-57" fmla="*/ 67041 w 67041"/>
              <a:gd name="connsiteY0-58" fmla="*/ 0 h 27915"/>
              <a:gd name="connsiteX1-59" fmla="*/ 43220 w 67041"/>
              <a:gd name="connsiteY1-60" fmla="*/ 6935 h 27915"/>
              <a:gd name="connsiteX2-61" fmla="*/ 20086 w 67041"/>
              <a:gd name="connsiteY2-62" fmla="*/ 27221 h 27915"/>
              <a:gd name="connsiteX3-63" fmla="*/ 10984 w 67041"/>
              <a:gd name="connsiteY3-64" fmla="*/ 25133 h 27915"/>
              <a:gd name="connsiteX4-65" fmla="*/ 0 w 67041"/>
              <a:gd name="connsiteY4-66" fmla="*/ 10502 h 27915"/>
              <a:gd name="connsiteX0-67" fmla="*/ 60570 w 60570"/>
              <a:gd name="connsiteY0-68" fmla="*/ 0 h 30097"/>
              <a:gd name="connsiteX1-69" fmla="*/ 43220 w 60570"/>
              <a:gd name="connsiteY1-70" fmla="*/ 9117 h 30097"/>
              <a:gd name="connsiteX2-71" fmla="*/ 20086 w 60570"/>
              <a:gd name="connsiteY2-72" fmla="*/ 29403 h 30097"/>
              <a:gd name="connsiteX3-73" fmla="*/ 10984 w 60570"/>
              <a:gd name="connsiteY3-74" fmla="*/ 27315 h 30097"/>
              <a:gd name="connsiteX4-75" fmla="*/ 0 w 60570"/>
              <a:gd name="connsiteY4-76" fmla="*/ 12684 h 300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25" y="connsiteY4-26"/>
              </a:cxn>
            </a:cxnLst>
            <a:rect l="l" t="t" r="r" b="b"/>
            <a:pathLst>
              <a:path w="60570" h="30097" fill="none" extrusionOk="0">
                <a:moveTo>
                  <a:pt x="60570" y="0"/>
                </a:moveTo>
                <a:cubicBezTo>
                  <a:pt x="60570" y="0"/>
                  <a:pt x="49967" y="4217"/>
                  <a:pt x="43220" y="9117"/>
                </a:cubicBezTo>
                <a:cubicBezTo>
                  <a:pt x="36473" y="14017"/>
                  <a:pt x="27832" y="27413"/>
                  <a:pt x="20086" y="29403"/>
                </a:cubicBezTo>
                <a:cubicBezTo>
                  <a:pt x="12340" y="31393"/>
                  <a:pt x="15114" y="28607"/>
                  <a:pt x="10984" y="27315"/>
                </a:cubicBezTo>
                <a:cubicBezTo>
                  <a:pt x="6854" y="26023"/>
                  <a:pt x="1931" y="14899"/>
                  <a:pt x="0" y="12684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Google Shape;23;p3"/>
          <p:cNvSpPr/>
          <p:nvPr userDrawn="1"/>
        </p:nvSpPr>
        <p:spPr>
          <a:xfrm rot="5636608" flipH="1">
            <a:off x="-2453358" y="-39767"/>
            <a:ext cx="5051971" cy="3279932"/>
          </a:xfrm>
          <a:custGeom>
            <a:avLst/>
            <a:gdLst>
              <a:gd name="connsiteX0" fmla="*/ 55307 w 86160"/>
              <a:gd name="connsiteY0" fmla="*/ 1231 h 51819"/>
              <a:gd name="connsiteX1" fmla="*/ 43799 w 86160"/>
              <a:gd name="connsiteY1" fmla="*/ 1671 h 51819"/>
              <a:gd name="connsiteX2" fmla="*/ 23250 w 86160"/>
              <a:gd name="connsiteY2" fmla="*/ 22116 h 51819"/>
              <a:gd name="connsiteX3" fmla="*/ 15443 w 86160"/>
              <a:gd name="connsiteY3" fmla="*/ 28821 h 51819"/>
              <a:gd name="connsiteX4" fmla="*/ 14517 w 86160"/>
              <a:gd name="connsiteY4" fmla="*/ 28786 h 51819"/>
              <a:gd name="connsiteX5" fmla="*/ 11428 w 86160"/>
              <a:gd name="connsiteY5" fmla="*/ 28669 h 51819"/>
              <a:gd name="connsiteX6" fmla="*/ 39 w 86160"/>
              <a:gd name="connsiteY6" fmla="*/ 32365 h 51819"/>
              <a:gd name="connsiteX7" fmla="*/ 10831 w 86160"/>
              <a:gd name="connsiteY7" fmla="*/ 44292 h 51819"/>
              <a:gd name="connsiteX8" fmla="*/ 30398 w 86160"/>
              <a:gd name="connsiteY8" fmla="*/ 51819 h 51819"/>
              <a:gd name="connsiteX9" fmla="*/ 34419 w 86160"/>
              <a:gd name="connsiteY9" fmla="*/ 51180 h 51819"/>
              <a:gd name="connsiteX10" fmla="*/ 85987 w 86160"/>
              <a:gd name="connsiteY10" fmla="*/ 36376 h 51819"/>
              <a:gd name="connsiteX11" fmla="*/ 75901 w 86160"/>
              <a:gd name="connsiteY11" fmla="*/ 8939 h 51819"/>
              <a:gd name="connsiteX12" fmla="*/ 55307 w 86160"/>
              <a:gd name="connsiteY12" fmla="*/ 1231 h 51819"/>
              <a:gd name="connsiteX0-1" fmla="*/ 55307 w 86160"/>
              <a:gd name="connsiteY0-2" fmla="*/ 18 h 50606"/>
              <a:gd name="connsiteX1-3" fmla="*/ 46385 w 86160"/>
              <a:gd name="connsiteY1-4" fmla="*/ 3060 h 50606"/>
              <a:gd name="connsiteX2-5" fmla="*/ 23250 w 86160"/>
              <a:gd name="connsiteY2-6" fmla="*/ 20903 h 50606"/>
              <a:gd name="connsiteX3-7" fmla="*/ 15443 w 86160"/>
              <a:gd name="connsiteY3-8" fmla="*/ 27608 h 50606"/>
              <a:gd name="connsiteX4-9" fmla="*/ 14517 w 86160"/>
              <a:gd name="connsiteY4-10" fmla="*/ 27573 h 50606"/>
              <a:gd name="connsiteX5-11" fmla="*/ 11428 w 86160"/>
              <a:gd name="connsiteY5-12" fmla="*/ 27456 h 50606"/>
              <a:gd name="connsiteX6-13" fmla="*/ 39 w 86160"/>
              <a:gd name="connsiteY6-14" fmla="*/ 31152 h 50606"/>
              <a:gd name="connsiteX7-15" fmla="*/ 10831 w 86160"/>
              <a:gd name="connsiteY7-16" fmla="*/ 43079 h 50606"/>
              <a:gd name="connsiteX8-17" fmla="*/ 30398 w 86160"/>
              <a:gd name="connsiteY8-18" fmla="*/ 50606 h 50606"/>
              <a:gd name="connsiteX9-19" fmla="*/ 34419 w 86160"/>
              <a:gd name="connsiteY9-20" fmla="*/ 49967 h 50606"/>
              <a:gd name="connsiteX10-21" fmla="*/ 85987 w 86160"/>
              <a:gd name="connsiteY10-22" fmla="*/ 35163 h 50606"/>
              <a:gd name="connsiteX11-23" fmla="*/ 75901 w 86160"/>
              <a:gd name="connsiteY11-24" fmla="*/ 7726 h 50606"/>
              <a:gd name="connsiteX12-25" fmla="*/ 55307 w 86160"/>
              <a:gd name="connsiteY12-26" fmla="*/ 18 h 50606"/>
              <a:gd name="connsiteX0-27" fmla="*/ 55307 w 79837"/>
              <a:gd name="connsiteY0-28" fmla="*/ 18 h 52262"/>
              <a:gd name="connsiteX1-29" fmla="*/ 46385 w 79837"/>
              <a:gd name="connsiteY1-30" fmla="*/ 3060 h 52262"/>
              <a:gd name="connsiteX2-31" fmla="*/ 23250 w 79837"/>
              <a:gd name="connsiteY2-32" fmla="*/ 20903 h 52262"/>
              <a:gd name="connsiteX3-33" fmla="*/ 15443 w 79837"/>
              <a:gd name="connsiteY3-34" fmla="*/ 27608 h 52262"/>
              <a:gd name="connsiteX4-35" fmla="*/ 14517 w 79837"/>
              <a:gd name="connsiteY4-36" fmla="*/ 27573 h 52262"/>
              <a:gd name="connsiteX5-37" fmla="*/ 11428 w 79837"/>
              <a:gd name="connsiteY5-38" fmla="*/ 27456 h 52262"/>
              <a:gd name="connsiteX6-39" fmla="*/ 39 w 79837"/>
              <a:gd name="connsiteY6-40" fmla="*/ 31152 h 52262"/>
              <a:gd name="connsiteX7-41" fmla="*/ 10831 w 79837"/>
              <a:gd name="connsiteY7-42" fmla="*/ 43079 h 52262"/>
              <a:gd name="connsiteX8-43" fmla="*/ 30398 w 79837"/>
              <a:gd name="connsiteY8-44" fmla="*/ 50606 h 52262"/>
              <a:gd name="connsiteX9-45" fmla="*/ 34419 w 79837"/>
              <a:gd name="connsiteY9-46" fmla="*/ 49967 h 52262"/>
              <a:gd name="connsiteX10-47" fmla="*/ 79229 w 79837"/>
              <a:gd name="connsiteY10-48" fmla="*/ 22039 h 52262"/>
              <a:gd name="connsiteX11-49" fmla="*/ 75901 w 79837"/>
              <a:gd name="connsiteY11-50" fmla="*/ 7726 h 52262"/>
              <a:gd name="connsiteX12-51" fmla="*/ 55307 w 79837"/>
              <a:gd name="connsiteY12-52" fmla="*/ 18 h 52262"/>
              <a:gd name="connsiteX0-53" fmla="*/ 55302 w 79832"/>
              <a:gd name="connsiteY0-54" fmla="*/ 18 h 51830"/>
              <a:gd name="connsiteX1-55" fmla="*/ 46380 w 79832"/>
              <a:gd name="connsiteY1-56" fmla="*/ 3060 h 51830"/>
              <a:gd name="connsiteX2-57" fmla="*/ 23245 w 79832"/>
              <a:gd name="connsiteY2-58" fmla="*/ 20903 h 51830"/>
              <a:gd name="connsiteX3-59" fmla="*/ 15438 w 79832"/>
              <a:gd name="connsiteY3-60" fmla="*/ 27608 h 51830"/>
              <a:gd name="connsiteX4-61" fmla="*/ 14512 w 79832"/>
              <a:gd name="connsiteY4-62" fmla="*/ 27573 h 51830"/>
              <a:gd name="connsiteX5-63" fmla="*/ 11423 w 79832"/>
              <a:gd name="connsiteY5-64" fmla="*/ 27456 h 51830"/>
              <a:gd name="connsiteX6-65" fmla="*/ 34 w 79832"/>
              <a:gd name="connsiteY6-66" fmla="*/ 31152 h 51830"/>
              <a:gd name="connsiteX7-67" fmla="*/ 10826 w 79832"/>
              <a:gd name="connsiteY7-68" fmla="*/ 43079 h 51830"/>
              <a:gd name="connsiteX8-69" fmla="*/ 31694 w 79832"/>
              <a:gd name="connsiteY8-70" fmla="*/ 49313 h 51830"/>
              <a:gd name="connsiteX9-71" fmla="*/ 34414 w 79832"/>
              <a:gd name="connsiteY9-72" fmla="*/ 49967 h 51830"/>
              <a:gd name="connsiteX10-73" fmla="*/ 79224 w 79832"/>
              <a:gd name="connsiteY10-74" fmla="*/ 22039 h 51830"/>
              <a:gd name="connsiteX11-75" fmla="*/ 75896 w 79832"/>
              <a:gd name="connsiteY11-76" fmla="*/ 7726 h 51830"/>
              <a:gd name="connsiteX12-77" fmla="*/ 55302 w 79832"/>
              <a:gd name="connsiteY12-78" fmla="*/ 18 h 518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9832" h="51830" extrusionOk="0">
                <a:moveTo>
                  <a:pt x="55302" y="18"/>
                </a:moveTo>
                <a:cubicBezTo>
                  <a:pt x="51820" y="18"/>
                  <a:pt x="51723" y="-421"/>
                  <a:pt x="46380" y="3060"/>
                </a:cubicBezTo>
                <a:cubicBezTo>
                  <a:pt x="41037" y="6541"/>
                  <a:pt x="28402" y="16812"/>
                  <a:pt x="23245" y="20903"/>
                </a:cubicBezTo>
                <a:cubicBezTo>
                  <a:pt x="18088" y="24994"/>
                  <a:pt x="22692" y="27608"/>
                  <a:pt x="15438" y="27608"/>
                </a:cubicBezTo>
                <a:cubicBezTo>
                  <a:pt x="15141" y="27608"/>
                  <a:pt x="14832" y="27596"/>
                  <a:pt x="14512" y="27573"/>
                </a:cubicBezTo>
                <a:cubicBezTo>
                  <a:pt x="13440" y="27494"/>
                  <a:pt x="12408" y="27456"/>
                  <a:pt x="11423" y="27456"/>
                </a:cubicBezTo>
                <a:cubicBezTo>
                  <a:pt x="4940" y="27456"/>
                  <a:pt x="506" y="29079"/>
                  <a:pt x="34" y="31152"/>
                </a:cubicBezTo>
                <a:cubicBezTo>
                  <a:pt x="-506" y="33537"/>
                  <a:pt x="5549" y="40052"/>
                  <a:pt x="10826" y="43079"/>
                </a:cubicBezTo>
                <a:cubicBezTo>
                  <a:pt x="16103" y="46106"/>
                  <a:pt x="24635" y="49313"/>
                  <a:pt x="31694" y="49313"/>
                </a:cubicBezTo>
                <a:cubicBezTo>
                  <a:pt x="33050" y="49313"/>
                  <a:pt x="26492" y="54513"/>
                  <a:pt x="34414" y="49967"/>
                </a:cubicBezTo>
                <a:cubicBezTo>
                  <a:pt x="42336" y="45421"/>
                  <a:pt x="77923" y="40096"/>
                  <a:pt x="79224" y="22039"/>
                </a:cubicBezTo>
                <a:cubicBezTo>
                  <a:pt x="80526" y="3982"/>
                  <a:pt x="79883" y="11396"/>
                  <a:pt x="75896" y="7726"/>
                </a:cubicBezTo>
                <a:cubicBezTo>
                  <a:pt x="71909" y="4056"/>
                  <a:pt x="67105" y="18"/>
                  <a:pt x="55302" y="18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8;p3"/>
          <p:cNvSpPr/>
          <p:nvPr userDrawn="1"/>
        </p:nvSpPr>
        <p:spPr>
          <a:xfrm>
            <a:off x="3793203" y="-3317232"/>
            <a:ext cx="6498782" cy="4960063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-1" fmla="*/ 23543 w 35687"/>
              <a:gd name="connsiteY0-2" fmla="*/ 0 h 27237"/>
              <a:gd name="connsiteX1-3" fmla="*/ 1089 w 35687"/>
              <a:gd name="connsiteY1-4" fmla="*/ 6817 h 27237"/>
              <a:gd name="connsiteX2-5" fmla="*/ 4713 w 35687"/>
              <a:gd name="connsiteY2-6" fmla="*/ 25300 h 27237"/>
              <a:gd name="connsiteX3-7" fmla="*/ 15182 w 35687"/>
              <a:gd name="connsiteY3-8" fmla="*/ 25949 h 27237"/>
              <a:gd name="connsiteX4-9" fmla="*/ 35189 w 35687"/>
              <a:gd name="connsiteY4-10" fmla="*/ 18845 h 27237"/>
              <a:gd name="connsiteX5-11" fmla="*/ 25604 w 35687"/>
              <a:gd name="connsiteY5-12" fmla="*/ 248 h 27237"/>
              <a:gd name="connsiteX6-13" fmla="*/ 23543 w 35687"/>
              <a:gd name="connsiteY6-14" fmla="*/ 0 h 27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Прямоугольник 7"/>
          <p:cNvSpPr/>
          <p:nvPr userDrawn="1"/>
        </p:nvSpPr>
        <p:spPr>
          <a:xfrm rot="5400000">
            <a:off x="11135364" y="89019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Google Shape;20;p3"/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-1" fmla="*/ 31604 w 86049"/>
              <a:gd name="connsiteY0-2" fmla="*/ 13249 h 50221"/>
              <a:gd name="connsiteX1-3" fmla="*/ 43799 w 86049"/>
              <a:gd name="connsiteY1-4" fmla="*/ 73 h 50221"/>
              <a:gd name="connsiteX2-5" fmla="*/ 23250 w 86049"/>
              <a:gd name="connsiteY2-6" fmla="*/ 20518 h 50221"/>
              <a:gd name="connsiteX3-7" fmla="*/ 15443 w 86049"/>
              <a:gd name="connsiteY3-8" fmla="*/ 27223 h 50221"/>
              <a:gd name="connsiteX4-9" fmla="*/ 14517 w 86049"/>
              <a:gd name="connsiteY4-10" fmla="*/ 27188 h 50221"/>
              <a:gd name="connsiteX5-11" fmla="*/ 11428 w 86049"/>
              <a:gd name="connsiteY5-12" fmla="*/ 27071 h 50221"/>
              <a:gd name="connsiteX6-13" fmla="*/ 39 w 86049"/>
              <a:gd name="connsiteY6-14" fmla="*/ 30767 h 50221"/>
              <a:gd name="connsiteX7-15" fmla="*/ 10831 w 86049"/>
              <a:gd name="connsiteY7-16" fmla="*/ 42694 h 50221"/>
              <a:gd name="connsiteX8-17" fmla="*/ 30398 w 86049"/>
              <a:gd name="connsiteY8-18" fmla="*/ 50221 h 50221"/>
              <a:gd name="connsiteX9-19" fmla="*/ 34419 w 86049"/>
              <a:gd name="connsiteY9-20" fmla="*/ 49582 h 50221"/>
              <a:gd name="connsiteX10-21" fmla="*/ 85987 w 86049"/>
              <a:gd name="connsiteY10-22" fmla="*/ 34778 h 50221"/>
              <a:gd name="connsiteX11-23" fmla="*/ 58717 w 86049"/>
              <a:gd name="connsiteY11-24" fmla="*/ 14646 h 50221"/>
              <a:gd name="connsiteX12-25" fmla="*/ 31604 w 86049"/>
              <a:gd name="connsiteY12-26" fmla="*/ 13249 h 50221"/>
              <a:gd name="connsiteX0-27" fmla="*/ 31604 w 86049"/>
              <a:gd name="connsiteY0-28" fmla="*/ 663 h 37635"/>
              <a:gd name="connsiteX1-29" fmla="*/ 28313 w 86049"/>
              <a:gd name="connsiteY1-30" fmla="*/ 5107 h 37635"/>
              <a:gd name="connsiteX2-31" fmla="*/ 23250 w 86049"/>
              <a:gd name="connsiteY2-32" fmla="*/ 7932 h 37635"/>
              <a:gd name="connsiteX3-33" fmla="*/ 15443 w 86049"/>
              <a:gd name="connsiteY3-34" fmla="*/ 14637 h 37635"/>
              <a:gd name="connsiteX4-35" fmla="*/ 14517 w 86049"/>
              <a:gd name="connsiteY4-36" fmla="*/ 14602 h 37635"/>
              <a:gd name="connsiteX5-37" fmla="*/ 11428 w 86049"/>
              <a:gd name="connsiteY5-38" fmla="*/ 14485 h 37635"/>
              <a:gd name="connsiteX6-39" fmla="*/ 39 w 86049"/>
              <a:gd name="connsiteY6-40" fmla="*/ 18181 h 37635"/>
              <a:gd name="connsiteX7-41" fmla="*/ 10831 w 86049"/>
              <a:gd name="connsiteY7-42" fmla="*/ 30108 h 37635"/>
              <a:gd name="connsiteX8-43" fmla="*/ 30398 w 86049"/>
              <a:gd name="connsiteY8-44" fmla="*/ 37635 h 37635"/>
              <a:gd name="connsiteX9-45" fmla="*/ 34419 w 86049"/>
              <a:gd name="connsiteY9-46" fmla="*/ 36996 h 37635"/>
              <a:gd name="connsiteX10-47" fmla="*/ 85987 w 86049"/>
              <a:gd name="connsiteY10-48" fmla="*/ 22192 h 37635"/>
              <a:gd name="connsiteX11-49" fmla="*/ 58717 w 86049"/>
              <a:gd name="connsiteY11-50" fmla="*/ 2060 h 37635"/>
              <a:gd name="connsiteX12-51" fmla="*/ 31604 w 86049"/>
              <a:gd name="connsiteY12-52" fmla="*/ 663 h 37635"/>
              <a:gd name="connsiteX0-53" fmla="*/ 31604 w 77695"/>
              <a:gd name="connsiteY0-54" fmla="*/ 1620 h 44988"/>
              <a:gd name="connsiteX1-55" fmla="*/ 28313 w 77695"/>
              <a:gd name="connsiteY1-56" fmla="*/ 6064 h 44988"/>
              <a:gd name="connsiteX2-57" fmla="*/ 23250 w 77695"/>
              <a:gd name="connsiteY2-58" fmla="*/ 8889 h 44988"/>
              <a:gd name="connsiteX3-59" fmla="*/ 15443 w 77695"/>
              <a:gd name="connsiteY3-60" fmla="*/ 15594 h 44988"/>
              <a:gd name="connsiteX4-61" fmla="*/ 14517 w 77695"/>
              <a:gd name="connsiteY4-62" fmla="*/ 15559 h 44988"/>
              <a:gd name="connsiteX5-63" fmla="*/ 11428 w 77695"/>
              <a:gd name="connsiteY5-64" fmla="*/ 15442 h 44988"/>
              <a:gd name="connsiteX6-65" fmla="*/ 39 w 77695"/>
              <a:gd name="connsiteY6-66" fmla="*/ 19138 h 44988"/>
              <a:gd name="connsiteX7-67" fmla="*/ 10831 w 77695"/>
              <a:gd name="connsiteY7-68" fmla="*/ 31065 h 44988"/>
              <a:gd name="connsiteX8-69" fmla="*/ 30398 w 77695"/>
              <a:gd name="connsiteY8-70" fmla="*/ 38592 h 44988"/>
              <a:gd name="connsiteX9-71" fmla="*/ 34419 w 77695"/>
              <a:gd name="connsiteY9-72" fmla="*/ 37953 h 44988"/>
              <a:gd name="connsiteX10-73" fmla="*/ 77601 w 77695"/>
              <a:gd name="connsiteY10-74" fmla="*/ 36699 h 44988"/>
              <a:gd name="connsiteX11-75" fmla="*/ 58717 w 77695"/>
              <a:gd name="connsiteY11-76" fmla="*/ 3017 h 44988"/>
              <a:gd name="connsiteX12-77" fmla="*/ 31604 w 77695"/>
              <a:gd name="connsiteY12-78" fmla="*/ 1620 h 44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1;p4"/>
          <p:cNvSpPr/>
          <p:nvPr userDrawn="1"/>
        </p:nvSpPr>
        <p:spPr>
          <a:xfrm rot="-5553048">
            <a:off x="-1728792" y="3031550"/>
            <a:ext cx="4562744" cy="5532834"/>
          </a:xfrm>
          <a:custGeom>
            <a:avLst/>
            <a:gdLst>
              <a:gd name="connsiteX0" fmla="*/ 17321 w 71277"/>
              <a:gd name="connsiteY0" fmla="*/ 0 h 87423"/>
              <a:gd name="connsiteX1" fmla="*/ 9011 w 71277"/>
              <a:gd name="connsiteY1" fmla="*/ 27428 h 87423"/>
              <a:gd name="connsiteX2" fmla="*/ 2082 w 71277"/>
              <a:gd name="connsiteY2" fmla="*/ 50348 h 87423"/>
              <a:gd name="connsiteX3" fmla="*/ 15302 w 71277"/>
              <a:gd name="connsiteY3" fmla="*/ 87423 h 87423"/>
              <a:gd name="connsiteX4" fmla="*/ 19065 w 71277"/>
              <a:gd name="connsiteY4" fmla="*/ 85987 h 87423"/>
              <a:gd name="connsiteX5" fmla="*/ 26399 w 71277"/>
              <a:gd name="connsiteY5" fmla="*/ 82951 h 87423"/>
              <a:gd name="connsiteX6" fmla="*/ 32515 w 71277"/>
              <a:gd name="connsiteY6" fmla="*/ 83740 h 87423"/>
              <a:gd name="connsiteX7" fmla="*/ 39127 w 71277"/>
              <a:gd name="connsiteY7" fmla="*/ 79207 h 87423"/>
              <a:gd name="connsiteX8" fmla="*/ 70575 w 71277"/>
              <a:gd name="connsiteY8" fmla="*/ 44134 h 87423"/>
              <a:gd name="connsiteX9" fmla="*/ 25270 w 71277"/>
              <a:gd name="connsiteY9" fmla="*/ 1874 h 87423"/>
              <a:gd name="connsiteX10" fmla="*/ 17321 w 71277"/>
              <a:gd name="connsiteY10" fmla="*/ 0 h 87423"/>
              <a:gd name="connsiteX0-1" fmla="*/ 17108 w 71064"/>
              <a:gd name="connsiteY0-2" fmla="*/ 0 h 86173"/>
              <a:gd name="connsiteX1-3" fmla="*/ 8798 w 71064"/>
              <a:gd name="connsiteY1-4" fmla="*/ 27428 h 86173"/>
              <a:gd name="connsiteX2-5" fmla="*/ 1869 w 71064"/>
              <a:gd name="connsiteY2-6" fmla="*/ 50348 h 86173"/>
              <a:gd name="connsiteX3-7" fmla="*/ 11781 w 71064"/>
              <a:gd name="connsiteY3-8" fmla="*/ 76346 h 86173"/>
              <a:gd name="connsiteX4-9" fmla="*/ 18852 w 71064"/>
              <a:gd name="connsiteY4-10" fmla="*/ 85987 h 86173"/>
              <a:gd name="connsiteX5-11" fmla="*/ 26186 w 71064"/>
              <a:gd name="connsiteY5-12" fmla="*/ 82951 h 86173"/>
              <a:gd name="connsiteX6-13" fmla="*/ 32302 w 71064"/>
              <a:gd name="connsiteY6-14" fmla="*/ 83740 h 86173"/>
              <a:gd name="connsiteX7-15" fmla="*/ 38914 w 71064"/>
              <a:gd name="connsiteY7-16" fmla="*/ 79207 h 86173"/>
              <a:gd name="connsiteX8-17" fmla="*/ 70362 w 71064"/>
              <a:gd name="connsiteY8-18" fmla="*/ 44134 h 86173"/>
              <a:gd name="connsiteX9-19" fmla="*/ 25057 w 71064"/>
              <a:gd name="connsiteY9-20" fmla="*/ 1874 h 86173"/>
              <a:gd name="connsiteX10-21" fmla="*/ 17108 w 71064"/>
              <a:gd name="connsiteY10-22" fmla="*/ 0 h 86173"/>
              <a:gd name="connsiteX0-23" fmla="*/ 17108 w 71064"/>
              <a:gd name="connsiteY0-24" fmla="*/ 0 h 86173"/>
              <a:gd name="connsiteX1-25" fmla="*/ 8798 w 71064"/>
              <a:gd name="connsiteY1-26" fmla="*/ 27428 h 86173"/>
              <a:gd name="connsiteX2-27" fmla="*/ 1869 w 71064"/>
              <a:gd name="connsiteY2-28" fmla="*/ 50348 h 86173"/>
              <a:gd name="connsiteX3-29" fmla="*/ 11781 w 71064"/>
              <a:gd name="connsiteY3-30" fmla="*/ 76346 h 86173"/>
              <a:gd name="connsiteX4-31" fmla="*/ 18852 w 71064"/>
              <a:gd name="connsiteY4-32" fmla="*/ 85987 h 86173"/>
              <a:gd name="connsiteX5-33" fmla="*/ 26186 w 71064"/>
              <a:gd name="connsiteY5-34" fmla="*/ 82951 h 86173"/>
              <a:gd name="connsiteX6-35" fmla="*/ 32302 w 71064"/>
              <a:gd name="connsiteY6-36" fmla="*/ 83740 h 86173"/>
              <a:gd name="connsiteX7-37" fmla="*/ 39225 w 71064"/>
              <a:gd name="connsiteY7-38" fmla="*/ 77558 h 86173"/>
              <a:gd name="connsiteX8-39" fmla="*/ 70362 w 71064"/>
              <a:gd name="connsiteY8-40" fmla="*/ 44134 h 86173"/>
              <a:gd name="connsiteX9-41" fmla="*/ 25057 w 71064"/>
              <a:gd name="connsiteY9-42" fmla="*/ 1874 h 86173"/>
              <a:gd name="connsiteX10-43" fmla="*/ 17108 w 71064"/>
              <a:gd name="connsiteY10-44" fmla="*/ 0 h 86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71064" h="86173" extrusionOk="0">
                <a:moveTo>
                  <a:pt x="17108" y="0"/>
                </a:moveTo>
                <a:cubicBezTo>
                  <a:pt x="7191" y="0"/>
                  <a:pt x="20120" y="22801"/>
                  <a:pt x="8798" y="27428"/>
                </a:cubicBezTo>
                <a:cubicBezTo>
                  <a:pt x="-4918" y="33034"/>
                  <a:pt x="1372" y="42195"/>
                  <a:pt x="1869" y="50348"/>
                </a:cubicBezTo>
                <a:cubicBezTo>
                  <a:pt x="2366" y="58501"/>
                  <a:pt x="2707" y="76346"/>
                  <a:pt x="11781" y="76346"/>
                </a:cubicBezTo>
                <a:cubicBezTo>
                  <a:pt x="13070" y="76346"/>
                  <a:pt x="16451" y="84886"/>
                  <a:pt x="18852" y="85987"/>
                </a:cubicBezTo>
                <a:cubicBezTo>
                  <a:pt x="21253" y="87088"/>
                  <a:pt x="24138" y="82951"/>
                  <a:pt x="26186" y="82951"/>
                </a:cubicBezTo>
                <a:cubicBezTo>
                  <a:pt x="28472" y="82951"/>
                  <a:pt x="30129" y="84639"/>
                  <a:pt x="32302" y="83740"/>
                </a:cubicBezTo>
                <a:cubicBezTo>
                  <a:pt x="34475" y="82841"/>
                  <a:pt x="36698" y="81206"/>
                  <a:pt x="39225" y="77558"/>
                </a:cubicBezTo>
                <a:cubicBezTo>
                  <a:pt x="62920" y="43354"/>
                  <a:pt x="70362" y="44134"/>
                  <a:pt x="70362" y="44134"/>
                </a:cubicBezTo>
                <a:cubicBezTo>
                  <a:pt x="76244" y="21496"/>
                  <a:pt x="43804" y="9396"/>
                  <a:pt x="25057" y="1874"/>
                </a:cubicBezTo>
                <a:cubicBezTo>
                  <a:pt x="21784" y="560"/>
                  <a:pt x="19206" y="0"/>
                  <a:pt x="17108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Google Shape;20;p3"/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-1" fmla="*/ 31604 w 86049"/>
              <a:gd name="connsiteY0-2" fmla="*/ 13249 h 50221"/>
              <a:gd name="connsiteX1-3" fmla="*/ 43799 w 86049"/>
              <a:gd name="connsiteY1-4" fmla="*/ 73 h 50221"/>
              <a:gd name="connsiteX2-5" fmla="*/ 23250 w 86049"/>
              <a:gd name="connsiteY2-6" fmla="*/ 20518 h 50221"/>
              <a:gd name="connsiteX3-7" fmla="*/ 15443 w 86049"/>
              <a:gd name="connsiteY3-8" fmla="*/ 27223 h 50221"/>
              <a:gd name="connsiteX4-9" fmla="*/ 14517 w 86049"/>
              <a:gd name="connsiteY4-10" fmla="*/ 27188 h 50221"/>
              <a:gd name="connsiteX5-11" fmla="*/ 11428 w 86049"/>
              <a:gd name="connsiteY5-12" fmla="*/ 27071 h 50221"/>
              <a:gd name="connsiteX6-13" fmla="*/ 39 w 86049"/>
              <a:gd name="connsiteY6-14" fmla="*/ 30767 h 50221"/>
              <a:gd name="connsiteX7-15" fmla="*/ 10831 w 86049"/>
              <a:gd name="connsiteY7-16" fmla="*/ 42694 h 50221"/>
              <a:gd name="connsiteX8-17" fmla="*/ 30398 w 86049"/>
              <a:gd name="connsiteY8-18" fmla="*/ 50221 h 50221"/>
              <a:gd name="connsiteX9-19" fmla="*/ 34419 w 86049"/>
              <a:gd name="connsiteY9-20" fmla="*/ 49582 h 50221"/>
              <a:gd name="connsiteX10-21" fmla="*/ 85987 w 86049"/>
              <a:gd name="connsiteY10-22" fmla="*/ 34778 h 50221"/>
              <a:gd name="connsiteX11-23" fmla="*/ 58717 w 86049"/>
              <a:gd name="connsiteY11-24" fmla="*/ 14646 h 50221"/>
              <a:gd name="connsiteX12-25" fmla="*/ 31604 w 86049"/>
              <a:gd name="connsiteY12-26" fmla="*/ 13249 h 50221"/>
              <a:gd name="connsiteX0-27" fmla="*/ 31604 w 86049"/>
              <a:gd name="connsiteY0-28" fmla="*/ 663 h 37635"/>
              <a:gd name="connsiteX1-29" fmla="*/ 28313 w 86049"/>
              <a:gd name="connsiteY1-30" fmla="*/ 5107 h 37635"/>
              <a:gd name="connsiteX2-31" fmla="*/ 23250 w 86049"/>
              <a:gd name="connsiteY2-32" fmla="*/ 7932 h 37635"/>
              <a:gd name="connsiteX3-33" fmla="*/ 15443 w 86049"/>
              <a:gd name="connsiteY3-34" fmla="*/ 14637 h 37635"/>
              <a:gd name="connsiteX4-35" fmla="*/ 14517 w 86049"/>
              <a:gd name="connsiteY4-36" fmla="*/ 14602 h 37635"/>
              <a:gd name="connsiteX5-37" fmla="*/ 11428 w 86049"/>
              <a:gd name="connsiteY5-38" fmla="*/ 14485 h 37635"/>
              <a:gd name="connsiteX6-39" fmla="*/ 39 w 86049"/>
              <a:gd name="connsiteY6-40" fmla="*/ 18181 h 37635"/>
              <a:gd name="connsiteX7-41" fmla="*/ 10831 w 86049"/>
              <a:gd name="connsiteY7-42" fmla="*/ 30108 h 37635"/>
              <a:gd name="connsiteX8-43" fmla="*/ 30398 w 86049"/>
              <a:gd name="connsiteY8-44" fmla="*/ 37635 h 37635"/>
              <a:gd name="connsiteX9-45" fmla="*/ 34419 w 86049"/>
              <a:gd name="connsiteY9-46" fmla="*/ 36996 h 37635"/>
              <a:gd name="connsiteX10-47" fmla="*/ 85987 w 86049"/>
              <a:gd name="connsiteY10-48" fmla="*/ 22192 h 37635"/>
              <a:gd name="connsiteX11-49" fmla="*/ 58717 w 86049"/>
              <a:gd name="connsiteY11-50" fmla="*/ 2060 h 37635"/>
              <a:gd name="connsiteX12-51" fmla="*/ 31604 w 86049"/>
              <a:gd name="connsiteY12-52" fmla="*/ 663 h 37635"/>
              <a:gd name="connsiteX0-53" fmla="*/ 31604 w 77695"/>
              <a:gd name="connsiteY0-54" fmla="*/ 1620 h 44988"/>
              <a:gd name="connsiteX1-55" fmla="*/ 28313 w 77695"/>
              <a:gd name="connsiteY1-56" fmla="*/ 6064 h 44988"/>
              <a:gd name="connsiteX2-57" fmla="*/ 23250 w 77695"/>
              <a:gd name="connsiteY2-58" fmla="*/ 8889 h 44988"/>
              <a:gd name="connsiteX3-59" fmla="*/ 15443 w 77695"/>
              <a:gd name="connsiteY3-60" fmla="*/ 15594 h 44988"/>
              <a:gd name="connsiteX4-61" fmla="*/ 14517 w 77695"/>
              <a:gd name="connsiteY4-62" fmla="*/ 15559 h 44988"/>
              <a:gd name="connsiteX5-63" fmla="*/ 11428 w 77695"/>
              <a:gd name="connsiteY5-64" fmla="*/ 15442 h 44988"/>
              <a:gd name="connsiteX6-65" fmla="*/ 39 w 77695"/>
              <a:gd name="connsiteY6-66" fmla="*/ 19138 h 44988"/>
              <a:gd name="connsiteX7-67" fmla="*/ 10831 w 77695"/>
              <a:gd name="connsiteY7-68" fmla="*/ 31065 h 44988"/>
              <a:gd name="connsiteX8-69" fmla="*/ 30398 w 77695"/>
              <a:gd name="connsiteY8-70" fmla="*/ 38592 h 44988"/>
              <a:gd name="connsiteX9-71" fmla="*/ 34419 w 77695"/>
              <a:gd name="connsiteY9-72" fmla="*/ 37953 h 44988"/>
              <a:gd name="connsiteX10-73" fmla="*/ 77601 w 77695"/>
              <a:gd name="connsiteY10-74" fmla="*/ 36699 h 44988"/>
              <a:gd name="connsiteX11-75" fmla="*/ 58717 w 77695"/>
              <a:gd name="connsiteY11-76" fmla="*/ 3017 h 44988"/>
              <a:gd name="connsiteX12-77" fmla="*/ 31604 w 77695"/>
              <a:gd name="connsiteY12-78" fmla="*/ 1620 h 44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2"/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8" name="Google Shape;20;p3"/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-1" fmla="*/ 31604 w 86049"/>
              <a:gd name="connsiteY0-2" fmla="*/ 13249 h 50221"/>
              <a:gd name="connsiteX1-3" fmla="*/ 43799 w 86049"/>
              <a:gd name="connsiteY1-4" fmla="*/ 73 h 50221"/>
              <a:gd name="connsiteX2-5" fmla="*/ 23250 w 86049"/>
              <a:gd name="connsiteY2-6" fmla="*/ 20518 h 50221"/>
              <a:gd name="connsiteX3-7" fmla="*/ 15443 w 86049"/>
              <a:gd name="connsiteY3-8" fmla="*/ 27223 h 50221"/>
              <a:gd name="connsiteX4-9" fmla="*/ 14517 w 86049"/>
              <a:gd name="connsiteY4-10" fmla="*/ 27188 h 50221"/>
              <a:gd name="connsiteX5-11" fmla="*/ 11428 w 86049"/>
              <a:gd name="connsiteY5-12" fmla="*/ 27071 h 50221"/>
              <a:gd name="connsiteX6-13" fmla="*/ 39 w 86049"/>
              <a:gd name="connsiteY6-14" fmla="*/ 30767 h 50221"/>
              <a:gd name="connsiteX7-15" fmla="*/ 10831 w 86049"/>
              <a:gd name="connsiteY7-16" fmla="*/ 42694 h 50221"/>
              <a:gd name="connsiteX8-17" fmla="*/ 30398 w 86049"/>
              <a:gd name="connsiteY8-18" fmla="*/ 50221 h 50221"/>
              <a:gd name="connsiteX9-19" fmla="*/ 34419 w 86049"/>
              <a:gd name="connsiteY9-20" fmla="*/ 49582 h 50221"/>
              <a:gd name="connsiteX10-21" fmla="*/ 85987 w 86049"/>
              <a:gd name="connsiteY10-22" fmla="*/ 34778 h 50221"/>
              <a:gd name="connsiteX11-23" fmla="*/ 58717 w 86049"/>
              <a:gd name="connsiteY11-24" fmla="*/ 14646 h 50221"/>
              <a:gd name="connsiteX12-25" fmla="*/ 31604 w 86049"/>
              <a:gd name="connsiteY12-26" fmla="*/ 13249 h 50221"/>
              <a:gd name="connsiteX0-27" fmla="*/ 31604 w 86049"/>
              <a:gd name="connsiteY0-28" fmla="*/ 663 h 37635"/>
              <a:gd name="connsiteX1-29" fmla="*/ 28313 w 86049"/>
              <a:gd name="connsiteY1-30" fmla="*/ 5107 h 37635"/>
              <a:gd name="connsiteX2-31" fmla="*/ 23250 w 86049"/>
              <a:gd name="connsiteY2-32" fmla="*/ 7932 h 37635"/>
              <a:gd name="connsiteX3-33" fmla="*/ 15443 w 86049"/>
              <a:gd name="connsiteY3-34" fmla="*/ 14637 h 37635"/>
              <a:gd name="connsiteX4-35" fmla="*/ 14517 w 86049"/>
              <a:gd name="connsiteY4-36" fmla="*/ 14602 h 37635"/>
              <a:gd name="connsiteX5-37" fmla="*/ 11428 w 86049"/>
              <a:gd name="connsiteY5-38" fmla="*/ 14485 h 37635"/>
              <a:gd name="connsiteX6-39" fmla="*/ 39 w 86049"/>
              <a:gd name="connsiteY6-40" fmla="*/ 18181 h 37635"/>
              <a:gd name="connsiteX7-41" fmla="*/ 10831 w 86049"/>
              <a:gd name="connsiteY7-42" fmla="*/ 30108 h 37635"/>
              <a:gd name="connsiteX8-43" fmla="*/ 30398 w 86049"/>
              <a:gd name="connsiteY8-44" fmla="*/ 37635 h 37635"/>
              <a:gd name="connsiteX9-45" fmla="*/ 34419 w 86049"/>
              <a:gd name="connsiteY9-46" fmla="*/ 36996 h 37635"/>
              <a:gd name="connsiteX10-47" fmla="*/ 85987 w 86049"/>
              <a:gd name="connsiteY10-48" fmla="*/ 22192 h 37635"/>
              <a:gd name="connsiteX11-49" fmla="*/ 58717 w 86049"/>
              <a:gd name="connsiteY11-50" fmla="*/ 2060 h 37635"/>
              <a:gd name="connsiteX12-51" fmla="*/ 31604 w 86049"/>
              <a:gd name="connsiteY12-52" fmla="*/ 663 h 37635"/>
              <a:gd name="connsiteX0-53" fmla="*/ 31604 w 77695"/>
              <a:gd name="connsiteY0-54" fmla="*/ 1620 h 44988"/>
              <a:gd name="connsiteX1-55" fmla="*/ 28313 w 77695"/>
              <a:gd name="connsiteY1-56" fmla="*/ 6064 h 44988"/>
              <a:gd name="connsiteX2-57" fmla="*/ 23250 w 77695"/>
              <a:gd name="connsiteY2-58" fmla="*/ 8889 h 44988"/>
              <a:gd name="connsiteX3-59" fmla="*/ 15443 w 77695"/>
              <a:gd name="connsiteY3-60" fmla="*/ 15594 h 44988"/>
              <a:gd name="connsiteX4-61" fmla="*/ 14517 w 77695"/>
              <a:gd name="connsiteY4-62" fmla="*/ 15559 h 44988"/>
              <a:gd name="connsiteX5-63" fmla="*/ 11428 w 77695"/>
              <a:gd name="connsiteY5-64" fmla="*/ 15442 h 44988"/>
              <a:gd name="connsiteX6-65" fmla="*/ 39 w 77695"/>
              <a:gd name="connsiteY6-66" fmla="*/ 19138 h 44988"/>
              <a:gd name="connsiteX7-67" fmla="*/ 10831 w 77695"/>
              <a:gd name="connsiteY7-68" fmla="*/ 31065 h 44988"/>
              <a:gd name="connsiteX8-69" fmla="*/ 30398 w 77695"/>
              <a:gd name="connsiteY8-70" fmla="*/ 38592 h 44988"/>
              <a:gd name="connsiteX9-71" fmla="*/ 34419 w 77695"/>
              <a:gd name="connsiteY9-72" fmla="*/ 37953 h 44988"/>
              <a:gd name="connsiteX10-73" fmla="*/ 77601 w 77695"/>
              <a:gd name="connsiteY10-74" fmla="*/ 36699 h 44988"/>
              <a:gd name="connsiteX11-75" fmla="*/ 58717 w 77695"/>
              <a:gd name="connsiteY11-76" fmla="*/ 3017 h 44988"/>
              <a:gd name="connsiteX12-77" fmla="*/ 31604 w 77695"/>
              <a:gd name="connsiteY12-78" fmla="*/ 1620 h 44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Google Shape;28;p3"/>
          <p:cNvSpPr/>
          <p:nvPr userDrawn="1"/>
        </p:nvSpPr>
        <p:spPr>
          <a:xfrm>
            <a:off x="548048" y="1925876"/>
            <a:ext cx="672117" cy="512980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-1" fmla="*/ 23543 w 35687"/>
              <a:gd name="connsiteY0-2" fmla="*/ 0 h 27237"/>
              <a:gd name="connsiteX1-3" fmla="*/ 1089 w 35687"/>
              <a:gd name="connsiteY1-4" fmla="*/ 6817 h 27237"/>
              <a:gd name="connsiteX2-5" fmla="*/ 4713 w 35687"/>
              <a:gd name="connsiteY2-6" fmla="*/ 25300 h 27237"/>
              <a:gd name="connsiteX3-7" fmla="*/ 15182 w 35687"/>
              <a:gd name="connsiteY3-8" fmla="*/ 25949 h 27237"/>
              <a:gd name="connsiteX4-9" fmla="*/ 35189 w 35687"/>
              <a:gd name="connsiteY4-10" fmla="*/ 18845 h 27237"/>
              <a:gd name="connsiteX5-11" fmla="*/ 25604 w 35687"/>
              <a:gd name="connsiteY5-12" fmla="*/ 248 h 27237"/>
              <a:gd name="connsiteX6-13" fmla="*/ 23543 w 35687"/>
              <a:gd name="connsiteY6-14" fmla="*/ 0 h 27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Google Shape;28;p3"/>
          <p:cNvSpPr/>
          <p:nvPr userDrawn="1"/>
        </p:nvSpPr>
        <p:spPr>
          <a:xfrm>
            <a:off x="548048" y="3443495"/>
            <a:ext cx="672117" cy="512980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-1" fmla="*/ 23543 w 35687"/>
              <a:gd name="connsiteY0-2" fmla="*/ 0 h 27237"/>
              <a:gd name="connsiteX1-3" fmla="*/ 1089 w 35687"/>
              <a:gd name="connsiteY1-4" fmla="*/ 6817 h 27237"/>
              <a:gd name="connsiteX2-5" fmla="*/ 4713 w 35687"/>
              <a:gd name="connsiteY2-6" fmla="*/ 25300 h 27237"/>
              <a:gd name="connsiteX3-7" fmla="*/ 15182 w 35687"/>
              <a:gd name="connsiteY3-8" fmla="*/ 25949 h 27237"/>
              <a:gd name="connsiteX4-9" fmla="*/ 35189 w 35687"/>
              <a:gd name="connsiteY4-10" fmla="*/ 18845 h 27237"/>
              <a:gd name="connsiteX5-11" fmla="*/ 25604 w 35687"/>
              <a:gd name="connsiteY5-12" fmla="*/ 248 h 27237"/>
              <a:gd name="connsiteX6-13" fmla="*/ 23543 w 35687"/>
              <a:gd name="connsiteY6-14" fmla="*/ 0 h 27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Google Shape;28;p3"/>
          <p:cNvSpPr/>
          <p:nvPr userDrawn="1"/>
        </p:nvSpPr>
        <p:spPr>
          <a:xfrm>
            <a:off x="548048" y="4961570"/>
            <a:ext cx="672117" cy="512980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-1" fmla="*/ 23543 w 35687"/>
              <a:gd name="connsiteY0-2" fmla="*/ 0 h 27237"/>
              <a:gd name="connsiteX1-3" fmla="*/ 1089 w 35687"/>
              <a:gd name="connsiteY1-4" fmla="*/ 6817 h 27237"/>
              <a:gd name="connsiteX2-5" fmla="*/ 4713 w 35687"/>
              <a:gd name="connsiteY2-6" fmla="*/ 25300 h 27237"/>
              <a:gd name="connsiteX3-7" fmla="*/ 15182 w 35687"/>
              <a:gd name="connsiteY3-8" fmla="*/ 25949 h 27237"/>
              <a:gd name="connsiteX4-9" fmla="*/ 35189 w 35687"/>
              <a:gd name="connsiteY4-10" fmla="*/ 18845 h 27237"/>
              <a:gd name="connsiteX5-11" fmla="*/ 25604 w 35687"/>
              <a:gd name="connsiteY5-12" fmla="*/ 248 h 27237"/>
              <a:gd name="connsiteX6-13" fmla="*/ 23543 w 35687"/>
              <a:gd name="connsiteY6-14" fmla="*/ 0 h 27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Google Shape;20;p3"/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-1" fmla="*/ 31604 w 86049"/>
              <a:gd name="connsiteY0-2" fmla="*/ 13249 h 50221"/>
              <a:gd name="connsiteX1-3" fmla="*/ 43799 w 86049"/>
              <a:gd name="connsiteY1-4" fmla="*/ 73 h 50221"/>
              <a:gd name="connsiteX2-5" fmla="*/ 23250 w 86049"/>
              <a:gd name="connsiteY2-6" fmla="*/ 20518 h 50221"/>
              <a:gd name="connsiteX3-7" fmla="*/ 15443 w 86049"/>
              <a:gd name="connsiteY3-8" fmla="*/ 27223 h 50221"/>
              <a:gd name="connsiteX4-9" fmla="*/ 14517 w 86049"/>
              <a:gd name="connsiteY4-10" fmla="*/ 27188 h 50221"/>
              <a:gd name="connsiteX5-11" fmla="*/ 11428 w 86049"/>
              <a:gd name="connsiteY5-12" fmla="*/ 27071 h 50221"/>
              <a:gd name="connsiteX6-13" fmla="*/ 39 w 86049"/>
              <a:gd name="connsiteY6-14" fmla="*/ 30767 h 50221"/>
              <a:gd name="connsiteX7-15" fmla="*/ 10831 w 86049"/>
              <a:gd name="connsiteY7-16" fmla="*/ 42694 h 50221"/>
              <a:gd name="connsiteX8-17" fmla="*/ 30398 w 86049"/>
              <a:gd name="connsiteY8-18" fmla="*/ 50221 h 50221"/>
              <a:gd name="connsiteX9-19" fmla="*/ 34419 w 86049"/>
              <a:gd name="connsiteY9-20" fmla="*/ 49582 h 50221"/>
              <a:gd name="connsiteX10-21" fmla="*/ 85987 w 86049"/>
              <a:gd name="connsiteY10-22" fmla="*/ 34778 h 50221"/>
              <a:gd name="connsiteX11-23" fmla="*/ 58717 w 86049"/>
              <a:gd name="connsiteY11-24" fmla="*/ 14646 h 50221"/>
              <a:gd name="connsiteX12-25" fmla="*/ 31604 w 86049"/>
              <a:gd name="connsiteY12-26" fmla="*/ 13249 h 50221"/>
              <a:gd name="connsiteX0-27" fmla="*/ 31604 w 86049"/>
              <a:gd name="connsiteY0-28" fmla="*/ 663 h 37635"/>
              <a:gd name="connsiteX1-29" fmla="*/ 28313 w 86049"/>
              <a:gd name="connsiteY1-30" fmla="*/ 5107 h 37635"/>
              <a:gd name="connsiteX2-31" fmla="*/ 23250 w 86049"/>
              <a:gd name="connsiteY2-32" fmla="*/ 7932 h 37635"/>
              <a:gd name="connsiteX3-33" fmla="*/ 15443 w 86049"/>
              <a:gd name="connsiteY3-34" fmla="*/ 14637 h 37635"/>
              <a:gd name="connsiteX4-35" fmla="*/ 14517 w 86049"/>
              <a:gd name="connsiteY4-36" fmla="*/ 14602 h 37635"/>
              <a:gd name="connsiteX5-37" fmla="*/ 11428 w 86049"/>
              <a:gd name="connsiteY5-38" fmla="*/ 14485 h 37635"/>
              <a:gd name="connsiteX6-39" fmla="*/ 39 w 86049"/>
              <a:gd name="connsiteY6-40" fmla="*/ 18181 h 37635"/>
              <a:gd name="connsiteX7-41" fmla="*/ 10831 w 86049"/>
              <a:gd name="connsiteY7-42" fmla="*/ 30108 h 37635"/>
              <a:gd name="connsiteX8-43" fmla="*/ 30398 w 86049"/>
              <a:gd name="connsiteY8-44" fmla="*/ 37635 h 37635"/>
              <a:gd name="connsiteX9-45" fmla="*/ 34419 w 86049"/>
              <a:gd name="connsiteY9-46" fmla="*/ 36996 h 37635"/>
              <a:gd name="connsiteX10-47" fmla="*/ 85987 w 86049"/>
              <a:gd name="connsiteY10-48" fmla="*/ 22192 h 37635"/>
              <a:gd name="connsiteX11-49" fmla="*/ 58717 w 86049"/>
              <a:gd name="connsiteY11-50" fmla="*/ 2060 h 37635"/>
              <a:gd name="connsiteX12-51" fmla="*/ 31604 w 86049"/>
              <a:gd name="connsiteY12-52" fmla="*/ 663 h 37635"/>
              <a:gd name="connsiteX0-53" fmla="*/ 31604 w 77695"/>
              <a:gd name="connsiteY0-54" fmla="*/ 1620 h 44988"/>
              <a:gd name="connsiteX1-55" fmla="*/ 28313 w 77695"/>
              <a:gd name="connsiteY1-56" fmla="*/ 6064 h 44988"/>
              <a:gd name="connsiteX2-57" fmla="*/ 23250 w 77695"/>
              <a:gd name="connsiteY2-58" fmla="*/ 8889 h 44988"/>
              <a:gd name="connsiteX3-59" fmla="*/ 15443 w 77695"/>
              <a:gd name="connsiteY3-60" fmla="*/ 15594 h 44988"/>
              <a:gd name="connsiteX4-61" fmla="*/ 14517 w 77695"/>
              <a:gd name="connsiteY4-62" fmla="*/ 15559 h 44988"/>
              <a:gd name="connsiteX5-63" fmla="*/ 11428 w 77695"/>
              <a:gd name="connsiteY5-64" fmla="*/ 15442 h 44988"/>
              <a:gd name="connsiteX6-65" fmla="*/ 39 w 77695"/>
              <a:gd name="connsiteY6-66" fmla="*/ 19138 h 44988"/>
              <a:gd name="connsiteX7-67" fmla="*/ 10831 w 77695"/>
              <a:gd name="connsiteY7-68" fmla="*/ 31065 h 44988"/>
              <a:gd name="connsiteX8-69" fmla="*/ 30398 w 77695"/>
              <a:gd name="connsiteY8-70" fmla="*/ 38592 h 44988"/>
              <a:gd name="connsiteX9-71" fmla="*/ 34419 w 77695"/>
              <a:gd name="connsiteY9-72" fmla="*/ 37953 h 44988"/>
              <a:gd name="connsiteX10-73" fmla="*/ 77601 w 77695"/>
              <a:gd name="connsiteY10-74" fmla="*/ 36699 h 44988"/>
              <a:gd name="connsiteX11-75" fmla="*/ 58717 w 77695"/>
              <a:gd name="connsiteY11-76" fmla="*/ 3017 h 44988"/>
              <a:gd name="connsiteX12-77" fmla="*/ 31604 w 77695"/>
              <a:gd name="connsiteY12-78" fmla="*/ 1620 h 44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gif"/><Relationship Id="rId5" Type="http://schemas.openxmlformats.org/officeDocument/2006/relationships/image" Target="../media/image22.jpg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Чат-бот для создания контента для НКО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91186"/>
          </a:xfrm>
        </p:spPr>
        <p:txBody>
          <a:bodyPr>
            <a:normAutofit/>
          </a:bodyPr>
          <a:lstStyle/>
          <a:p>
            <a:r>
              <a:rPr lang="ru-RU" altLang="en-US" sz="4800" dirty="0"/>
              <a:t>Кот </a:t>
            </a:r>
            <a:r>
              <a:rPr lang="ru-RU" altLang="en-US" sz="4800" dirty="0" err="1"/>
              <a:t>Добробот</a:t>
            </a:r>
            <a:endParaRPr lang="ru-RU" altLang="en-US" sz="4800" dirty="0"/>
          </a:p>
          <a:p>
            <a:endParaRPr lang="ru-RU" altLang="en-US" dirty="0"/>
          </a:p>
          <a:p>
            <a:r>
              <a:rPr lang="ru-RU" altLang="en-US" dirty="0" err="1"/>
              <a:t>Хакатон</a:t>
            </a:r>
            <a:r>
              <a:rPr lang="ru-RU" altLang="en-US" dirty="0"/>
              <a:t> “Энергия добра”</a:t>
            </a:r>
            <a:br>
              <a:rPr lang="ru-RU" altLang="en-US" dirty="0"/>
            </a:br>
            <a:br>
              <a:rPr lang="ru-RU" altLang="en-US" dirty="0"/>
            </a:br>
            <a:r>
              <a:rPr lang="ru-RU" altLang="en-US" dirty="0"/>
              <a:t>Команда Мопсы</a:t>
            </a:r>
            <a:endParaRPr lang="en-US" dirty="0"/>
          </a:p>
          <a:p>
            <a:endParaRPr lang="en-US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 descr="Изображение выглядит как млекопитающее, кот, Мелкие и средние кошки, Вибрисс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9D6EEC5-A98B-7301-3865-A7B34635D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612" y="2351939"/>
            <a:ext cx="3711388" cy="45060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2664"/>
          </a:xfrm>
        </p:spPr>
        <p:txBody>
          <a:bodyPr/>
          <a:lstStyle/>
          <a:p>
            <a:pPr algn="ctr"/>
            <a:r>
              <a:rPr lang="ru-RU" dirty="0"/>
              <a:t>Функции бота, интерфейс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7672" y="858091"/>
            <a:ext cx="4146176" cy="1093693"/>
          </a:xfrm>
        </p:spPr>
        <p:txBody>
          <a:bodyPr>
            <a:normAutofit fontScale="92500" lnSpcReduction="20000"/>
          </a:bodyPr>
          <a:lstStyle/>
          <a:p>
            <a:r>
              <a:rPr lang="ru-RU" sz="1900" b="1" dirty="0"/>
              <a:t>Создание постов по шаблонам с картинкой и без: </a:t>
            </a:r>
            <a:r>
              <a:rPr lang="ru-RU" sz="1900" dirty="0"/>
              <a:t>Анонсы, Новости, Истории, Поиск волонтеров, Отчеты, Срочные сборы, Поздравления.</a:t>
            </a:r>
            <a:br>
              <a:rPr lang="ru-RU" sz="1800" dirty="0"/>
            </a:br>
            <a:endParaRPr lang="ru-RU" sz="1800" dirty="0"/>
          </a:p>
          <a:p>
            <a:endParaRPr lang="ru-RU" sz="1800" dirty="0"/>
          </a:p>
          <a:p>
            <a:pPr marL="0" indent="0">
              <a:buNone/>
            </a:pPr>
            <a:endParaRPr lang="ru-RU" sz="1800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>
          <a:xfrm flipV="1">
            <a:off x="2270760" y="6955790"/>
            <a:ext cx="7649845" cy="961390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A66CE4B6-BC7D-8477-F14D-2BED539BED1A}"/>
              </a:ext>
            </a:extLst>
          </p:cNvPr>
          <p:cNvSpPr txBox="1">
            <a:spLocks/>
          </p:cNvSpPr>
          <p:nvPr/>
        </p:nvSpPr>
        <p:spPr>
          <a:xfrm>
            <a:off x="3964865" y="1614128"/>
            <a:ext cx="4303059" cy="1093693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7200" b="1" dirty="0"/>
              <a:t>Создание историй с картинкой: </a:t>
            </a:r>
            <a:r>
              <a:rPr lang="ru-RU" sz="7200" dirty="0"/>
              <a:t>Создание уникальных текстов по ключевым словам в разных стилях (реалистичный, вдохновляющий и др.)</a:t>
            </a:r>
            <a:br>
              <a:rPr lang="ru-RU" sz="1800" dirty="0"/>
            </a:br>
            <a:endParaRPr lang="ru-RU" sz="1800" dirty="0"/>
          </a:p>
          <a:p>
            <a:endParaRPr lang="ru-RU" sz="1800" dirty="0"/>
          </a:p>
          <a:p>
            <a:pPr marL="0" indent="0">
              <a:buFont typeface="Arial" panose="020B0604020202020204" pitchFamily="34" charset="0"/>
              <a:buNone/>
            </a:pPr>
            <a:endParaRPr lang="ru-RU" sz="18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92D3BA51-44A7-37DC-477E-FEBA50E0C03C}"/>
              </a:ext>
            </a:extLst>
          </p:cNvPr>
          <p:cNvSpPr txBox="1">
            <a:spLocks/>
          </p:cNvSpPr>
          <p:nvPr/>
        </p:nvSpPr>
        <p:spPr>
          <a:xfrm>
            <a:off x="7888941" y="1118860"/>
            <a:ext cx="4303059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/>
              <a:t>Улучшение идей:</a:t>
            </a:r>
            <a:br>
              <a:rPr lang="en-US" sz="2000" b="1" dirty="0"/>
            </a:br>
            <a:r>
              <a:rPr lang="ru-RU" sz="2000" dirty="0"/>
              <a:t>Пользователь описывает идею, а           кот превращает ее в полноценный пост.</a:t>
            </a:r>
          </a:p>
          <a:p>
            <a:endParaRPr lang="ru-RU" sz="1800" dirty="0"/>
          </a:p>
          <a:p>
            <a:pPr marL="0" indent="0">
              <a:buFont typeface="Arial" panose="020B0604020202020204" pitchFamily="34" charset="0"/>
              <a:buNone/>
            </a:pPr>
            <a:endParaRPr lang="ru-RU" sz="1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1C62BB0-B44A-8CD2-E6F3-3353DD516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259" y="-98144"/>
            <a:ext cx="1503082" cy="1503082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от, текст, Кошачьи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7C1C8D3-FC14-494A-2DF2-FA8F83FC5D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442" y="2444422"/>
            <a:ext cx="2179758" cy="4345935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дерево, снимок экрана, на открытом воздух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973AB00-060A-F8B5-A073-87AFA211EA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307" y="2065957"/>
            <a:ext cx="2511309" cy="4724400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текст, компьютер, снимок экрана, Веб-сай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778931-F570-389B-22D6-71F5AB521A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32752"/>
            <a:ext cx="2819799" cy="5057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1670" y="18397"/>
            <a:ext cx="10762130" cy="762653"/>
          </a:xfrm>
        </p:spPr>
        <p:txBody>
          <a:bodyPr/>
          <a:lstStyle/>
          <a:p>
            <a:pPr algn="ctr"/>
            <a:r>
              <a:rPr lang="ru-RU" dirty="0"/>
              <a:t>Функции бота, интерфейс</a:t>
            </a:r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>
          <a:xfrm flipV="1">
            <a:off x="2271000" y="6955580"/>
            <a:ext cx="7650000" cy="915432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03536BDB-104C-DCE8-07D3-E476B1ED7EA2}"/>
              </a:ext>
            </a:extLst>
          </p:cNvPr>
          <p:cNvSpPr txBox="1">
            <a:spLocks/>
          </p:cNvSpPr>
          <p:nvPr/>
        </p:nvSpPr>
        <p:spPr>
          <a:xfrm>
            <a:off x="119470" y="665067"/>
            <a:ext cx="4181597" cy="1088371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300" b="1" dirty="0"/>
              <a:t>Мастерская кото-художника: </a:t>
            </a:r>
            <a:r>
              <a:rPr lang="ru-RU" sz="3300" dirty="0"/>
              <a:t>Создание уникальных изображений по тексту в 5 стилях (Кото-стиль, Художественный, Инфографика и др.)</a:t>
            </a:r>
            <a:br>
              <a:rPr lang="ru-RU" sz="1800" dirty="0"/>
            </a:br>
            <a:endParaRPr lang="ru-RU" sz="1800" dirty="0"/>
          </a:p>
          <a:p>
            <a:endParaRPr lang="ru-RU" sz="1800" dirty="0"/>
          </a:p>
          <a:p>
            <a:pPr marL="0" indent="0">
              <a:buFont typeface="Arial" panose="020B0604020202020204" pitchFamily="34" charset="0"/>
              <a:buNone/>
            </a:pPr>
            <a:endParaRPr lang="ru-RU" sz="1800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19878AA7-94FC-CB7A-026C-44BF892B35AC}"/>
              </a:ext>
            </a:extLst>
          </p:cNvPr>
          <p:cNvSpPr txBox="1">
            <a:spLocks/>
          </p:cNvSpPr>
          <p:nvPr/>
        </p:nvSpPr>
        <p:spPr>
          <a:xfrm>
            <a:off x="7874996" y="625025"/>
            <a:ext cx="4303059" cy="116845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Контент-план</a:t>
            </a:r>
            <a:r>
              <a:rPr lang="ru-RU" dirty="0"/>
              <a:t> на день, неделю, месяц</a:t>
            </a:r>
            <a:endParaRPr lang="en-US" dirty="0"/>
          </a:p>
          <a:p>
            <a:r>
              <a:rPr lang="ru-RU" dirty="0"/>
              <a:t> "</a:t>
            </a:r>
            <a:r>
              <a:rPr lang="ru-RU" b="1" dirty="0"/>
              <a:t>Избранное</a:t>
            </a:r>
            <a:r>
              <a:rPr lang="ru-RU" dirty="0"/>
              <a:t>" для сохранения работ.</a:t>
            </a:r>
          </a:p>
          <a:p>
            <a:pPr marL="0" indent="0">
              <a:buNone/>
            </a:pPr>
            <a:br>
              <a:rPr lang="ru-RU" sz="1800" dirty="0"/>
            </a:br>
            <a:endParaRPr lang="ru-RU" sz="1800" dirty="0"/>
          </a:p>
          <a:p>
            <a:endParaRPr lang="ru-RU" sz="1800" dirty="0"/>
          </a:p>
          <a:p>
            <a:pPr marL="0" indent="0">
              <a:buFont typeface="Arial" panose="020B0604020202020204" pitchFamily="34" charset="0"/>
              <a:buNone/>
            </a:pPr>
            <a:endParaRPr lang="ru-RU" sz="1800" dirty="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841D5230-C5DD-F5FC-4EA2-9D3E4F1F09BC}"/>
              </a:ext>
            </a:extLst>
          </p:cNvPr>
          <p:cNvSpPr txBox="1">
            <a:spLocks/>
          </p:cNvSpPr>
          <p:nvPr/>
        </p:nvSpPr>
        <p:spPr>
          <a:xfrm>
            <a:off x="4165599" y="654638"/>
            <a:ext cx="3723341" cy="889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/>
              <a:t>Проверка текста</a:t>
            </a:r>
            <a:r>
              <a:rPr lang="en-US" sz="1600" b="1" dirty="0"/>
              <a:t> </a:t>
            </a:r>
            <a:r>
              <a:rPr lang="ru-RU" sz="1600" dirty="0"/>
              <a:t>на наличие </a:t>
            </a:r>
            <a:br>
              <a:rPr lang="ru-RU" sz="1600" dirty="0"/>
            </a:br>
            <a:r>
              <a:rPr lang="ru-RU" sz="1600" dirty="0"/>
              <a:t>ошибок и исправление их (орфография, пунктуация, стилистика)</a:t>
            </a:r>
          </a:p>
          <a:p>
            <a:endParaRPr lang="ru-RU" sz="1800" dirty="0"/>
          </a:p>
          <a:p>
            <a:pPr marL="0" indent="0">
              <a:buFont typeface="Arial" panose="020B0604020202020204" pitchFamily="34" charset="0"/>
              <a:buNone/>
            </a:pPr>
            <a:endParaRPr lang="ru-RU" sz="1800" dirty="0"/>
          </a:p>
        </p:txBody>
      </p:sp>
      <p:pic>
        <p:nvPicPr>
          <p:cNvPr id="11" name="Рисунок 10" descr="Изображение выглядит как млекопитающее, Кошачьи, Вибриссы, Мелкие и средние кошк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20276F-7A06-29AE-D88A-FE4A1FB6A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4544" y="5671149"/>
            <a:ext cx="1127456" cy="116845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FDB7ED0-E755-6419-A687-FF6736FB1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35" y="1543697"/>
            <a:ext cx="2713855" cy="5215817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8BD186-B6F1-5972-6047-665B6613CF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581" y="1417291"/>
            <a:ext cx="2813014" cy="5342223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екст, снимок экрана, программное обеспечение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4893E3-2F66-6652-5D91-37DA060879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341" y="1417291"/>
            <a:ext cx="3723341" cy="3406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01979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диалога         Пример контента</a:t>
            </a:r>
          </a:p>
        </p:txBody>
      </p:sp>
      <p:sp>
        <p:nvSpPr>
          <p:cNvPr id="4" name="Объект 5"/>
          <p:cNvSpPr txBox="1"/>
          <p:nvPr/>
        </p:nvSpPr>
        <p:spPr>
          <a:xfrm>
            <a:off x="838200" y="2619001"/>
            <a:ext cx="10515600" cy="207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13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11"/>
          </p:nvPr>
        </p:nvSpPr>
        <p:spPr>
          <a:xfrm flipV="1">
            <a:off x="2270760" y="6955790"/>
            <a:ext cx="7649845" cy="504190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47A817-0970-ED6B-88BC-43157D23E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86" b="14706"/>
          <a:stretch>
            <a:fillRect/>
          </a:stretch>
        </p:blipFill>
        <p:spPr>
          <a:xfrm>
            <a:off x="10593966" y="72934"/>
            <a:ext cx="1519668" cy="1909943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Параллельн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48428C-6A3C-5669-6057-6E029A96B9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01980"/>
            <a:ext cx="3640060" cy="6237182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обувь, снимок экрана, одеж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E97888C-ECD9-CAF0-05D5-0929CCE1C6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577" y="642035"/>
            <a:ext cx="2822160" cy="4453467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веб-страница, Веб-сай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6F5EC0A-241C-7D59-B658-A1E8FB9C7B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892"/>
          <a:stretch>
            <a:fillRect/>
          </a:stretch>
        </p:blipFill>
        <p:spPr>
          <a:xfrm>
            <a:off x="8177103" y="1982877"/>
            <a:ext cx="3133331" cy="4745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99858"/>
          </a:xfrm>
        </p:spPr>
        <p:txBody>
          <a:bodyPr/>
          <a:lstStyle/>
          <a:p>
            <a:r>
              <a:rPr lang="ru-RU" dirty="0"/>
              <a:t>Техническая часть</a:t>
            </a:r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11"/>
          </p:nvPr>
        </p:nvSpPr>
        <p:spPr>
          <a:xfrm flipV="1">
            <a:off x="2271000" y="6955579"/>
            <a:ext cx="7650000" cy="1417455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Объект 4" descr="Изображение выглядит как кот, в помещении, ноутбук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680AE3C-4E68-0CB9-9174-B5B6FB122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02" b="14912"/>
          <a:stretch>
            <a:fillRect/>
          </a:stretch>
        </p:blipFill>
        <p:spPr>
          <a:xfrm>
            <a:off x="8922947" y="242854"/>
            <a:ext cx="3071827" cy="188258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6B6086-CCBE-28D8-8FF2-2F1A0066A5B3}"/>
              </a:ext>
            </a:extLst>
          </p:cNvPr>
          <p:cNvSpPr txBox="1"/>
          <p:nvPr/>
        </p:nvSpPr>
        <p:spPr>
          <a:xfrm>
            <a:off x="838200" y="1299859"/>
            <a:ext cx="1028251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Технологический стек (коротко):</a:t>
            </a:r>
            <a:endParaRPr lang="en-US" sz="1600" dirty="0">
              <a:solidFill>
                <a:schemeClr val="bg2">
                  <a:lumMod val="2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endParaRPr lang="ru-RU" sz="1600" dirty="0">
              <a:solidFill>
                <a:schemeClr val="bg2">
                  <a:lumMod val="2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Бэкенд: </a:t>
            </a:r>
            <a:r>
              <a:rPr lang="en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Python 3.12 (</a:t>
            </a:r>
            <a:r>
              <a:rPr lang="en" sz="1600" dirty="0" err="1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Aiogram</a:t>
            </a:r>
            <a:r>
              <a:rPr lang="en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 3)</a:t>
            </a:r>
            <a:br>
              <a:rPr lang="en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</a:br>
            <a:endParaRPr lang="en" sz="1600" dirty="0">
              <a:solidFill>
                <a:schemeClr val="bg2">
                  <a:lumMod val="2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AI: </a:t>
            </a:r>
            <a:r>
              <a:rPr lang="en" sz="1600" dirty="0" err="1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openrouter.ai</a:t>
            </a:r>
            <a:r>
              <a:rPr lang="en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 API </a:t>
            </a:r>
            <a:r>
              <a:rPr lang="ru-RU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для текстов и перевода промптов к графической нейросети, </a:t>
            </a:r>
            <a:r>
              <a:rPr lang="en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Stable Diffusion (</a:t>
            </a:r>
            <a:r>
              <a:rPr lang="en" sz="1600" dirty="0" err="1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DiffusionPipeline</a:t>
            </a:r>
            <a:r>
              <a:rPr lang="en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) </a:t>
            </a:r>
            <a:r>
              <a:rPr lang="ru-RU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для изображений</a:t>
            </a:r>
          </a:p>
          <a:p>
            <a:pPr>
              <a:buNone/>
            </a:pPr>
            <a:endParaRPr lang="ru-RU" sz="1600" dirty="0">
              <a:solidFill>
                <a:schemeClr val="bg2">
                  <a:lumMod val="2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Хранилище: сейчас локально в </a:t>
            </a:r>
            <a:r>
              <a:rPr lang="en" sz="1600" dirty="0" err="1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json</a:t>
            </a:r>
            <a:r>
              <a:rPr lang="en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 (</a:t>
            </a:r>
            <a:r>
              <a:rPr lang="ru-RU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в будущем </a:t>
            </a:r>
            <a:r>
              <a:rPr lang="en" sz="1600" dirty="0" err="1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MonoDB</a:t>
            </a:r>
            <a:r>
              <a:rPr lang="en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) </a:t>
            </a:r>
          </a:p>
          <a:p>
            <a:pPr>
              <a:buNone/>
            </a:pPr>
            <a:endParaRPr lang="en" sz="1600" dirty="0">
              <a:solidFill>
                <a:schemeClr val="bg2">
                  <a:lumMod val="2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Развертывание: облачный хостинг (</a:t>
            </a:r>
            <a:r>
              <a:rPr lang="en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VPS)</a:t>
            </a:r>
          </a:p>
          <a:p>
            <a:pPr>
              <a:buNone/>
            </a:pPr>
            <a:endParaRPr lang="en" sz="1600" dirty="0">
              <a:solidFill>
                <a:schemeClr val="bg2">
                  <a:lumMod val="2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Стабильность и корректность:</a:t>
            </a:r>
          </a:p>
          <a:p>
            <a:pPr>
              <a:buNone/>
            </a:pPr>
            <a:endParaRPr lang="ru-RU" sz="1600" dirty="0">
              <a:solidFill>
                <a:schemeClr val="bg2">
                  <a:lumMod val="2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Асинхронная обработка запросов для избежания таймаутов.</a:t>
            </a:r>
          </a:p>
          <a:p>
            <a:pPr>
              <a:buNone/>
            </a:pPr>
            <a:endParaRPr lang="ru-RU" sz="1600" dirty="0">
              <a:solidFill>
                <a:schemeClr val="bg2">
                  <a:lumMod val="2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Валидация вводимых пользователем данных, обработка ошибок при обращении к нейросетям, добавление резервных моделей</a:t>
            </a:r>
          </a:p>
          <a:p>
            <a:pPr>
              <a:buNone/>
            </a:pPr>
            <a:endParaRPr lang="ru-RU" sz="1600" dirty="0">
              <a:solidFill>
                <a:schemeClr val="bg2">
                  <a:lumMod val="2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Стоимость поддержки:</a:t>
            </a:r>
            <a:br>
              <a:rPr lang="en-US" sz="1600" dirty="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</a:rPr>
            </a:br>
            <a:r>
              <a:rPr lang="ru-RU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~1500-10000 руб./мес. (зависит от числа пользователей).</a:t>
            </a:r>
          </a:p>
          <a:p>
            <a:r>
              <a:rPr lang="ru-RU" sz="1600" dirty="0">
                <a:solidFill>
                  <a:schemeClr val="bg2">
                    <a:lumMod val="25000"/>
                  </a:schemeClr>
                </a:solidFill>
                <a:effectLst/>
                <a:latin typeface="Helvetica Neue" panose="02000503000000020004" pitchFamily="2" charset="0"/>
              </a:rPr>
              <a:t>Основные статьи: облачный хостинг.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Чем пользователю удобен наш бот?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Понятный интерфейс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3"/>
          </p:nvPr>
        </p:nvSpPr>
        <p:spPr>
          <a:xfrm>
            <a:off x="1354237" y="2412609"/>
            <a:ext cx="7870785" cy="750251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Вся навигация через кнопки в </a:t>
            </a:r>
            <a:r>
              <a:rPr lang="en" dirty="0"/>
              <a:t>Telegram — </a:t>
            </a:r>
            <a:r>
              <a:rPr lang="ru-RU" dirty="0"/>
              <a:t>не нужно ничего учить.</a:t>
            </a:r>
            <a:br>
              <a:rPr lang="ru-RU" dirty="0"/>
            </a:br>
            <a:r>
              <a:rPr lang="ru-RU" dirty="0"/>
              <a:t>Четкие текстовые инструкции и примеры для каждого шага.</a:t>
            </a:r>
            <a:br>
              <a:rPr lang="ru-RU" dirty="0"/>
            </a:br>
            <a:r>
              <a:rPr lang="ru-RU" dirty="0"/>
              <a:t>Нет сложных слов, ясна логика и куда нажимать</a:t>
            </a:r>
          </a:p>
          <a:p>
            <a:endParaRPr lang="ru-RU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ru-RU" dirty="0"/>
              <a:t>Навигация</a:t>
            </a:r>
          </a:p>
        </p:txBody>
      </p:sp>
      <p:sp>
        <p:nvSpPr>
          <p:cNvPr id="10" name="Объект 9"/>
          <p:cNvSpPr>
            <a:spLocks noGrp="1"/>
          </p:cNvSpPr>
          <p:nvPr>
            <p:ph idx="15"/>
          </p:nvPr>
        </p:nvSpPr>
        <p:spPr>
          <a:xfrm>
            <a:off x="1339447" y="3818964"/>
            <a:ext cx="7870785" cy="1097047"/>
          </a:xfrm>
        </p:spPr>
        <p:txBody>
          <a:bodyPr>
            <a:normAutofit fontScale="85000" lnSpcReduction="20000"/>
          </a:bodyPr>
          <a:lstStyle/>
          <a:p>
            <a:r>
              <a:rPr lang="ru-RU" altLang="en-US" dirty="0"/>
              <a:t>Везде находятся кнопки “Назад”, “Главное меню”, </a:t>
            </a:r>
            <a:r>
              <a:rPr lang="en-US" altLang="en-US" dirty="0"/>
              <a:t>“</a:t>
            </a:r>
            <a:r>
              <a:rPr lang="ru-RU" altLang="en-US" dirty="0"/>
              <a:t>Пропустить</a:t>
            </a:r>
            <a:r>
              <a:rPr lang="en-US" altLang="en-US" dirty="0"/>
              <a:t>”</a:t>
            </a:r>
            <a:r>
              <a:rPr lang="ru-RU" altLang="en-US" dirty="0"/>
              <a:t> благодаря чему легко и удобно перемещаться между функциями, вернуться назад, если хочется изменить что-либо. </a:t>
            </a:r>
            <a:br>
              <a:rPr lang="ru-RU" altLang="en-US" dirty="0"/>
            </a:br>
            <a:r>
              <a:rPr lang="ru-RU" altLang="en-US" dirty="0"/>
              <a:t>Уведомление о том, что пост/картинка создается и необходимо немного подождать </a:t>
            </a:r>
            <a:endParaRPr lang="en-US" dirty="0"/>
          </a:p>
          <a:p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ru-RU" dirty="0"/>
              <a:t>Визуальная логика</a:t>
            </a:r>
          </a:p>
        </p:txBody>
      </p:sp>
      <p:sp>
        <p:nvSpPr>
          <p:cNvPr id="11" name="Объект 10"/>
          <p:cNvSpPr>
            <a:spLocks noGrp="1"/>
          </p:cNvSpPr>
          <p:nvPr>
            <p:ph idx="17"/>
          </p:nvPr>
        </p:nvSpPr>
        <p:spPr>
          <a:xfrm>
            <a:off x="1331087" y="5471161"/>
            <a:ext cx="8045995" cy="959960"/>
          </a:xfrm>
        </p:spPr>
        <p:txBody>
          <a:bodyPr>
            <a:normAutofit fontScale="70000" lnSpcReduction="20000"/>
          </a:bodyPr>
          <a:lstStyle/>
          <a:p>
            <a:r>
              <a:rPr lang="ru-RU" sz="2300" dirty="0"/>
              <a:t>Узнаваемый персонаж (кот) ведет пользователя по всем этапам.</a:t>
            </a:r>
          </a:p>
          <a:p>
            <a:r>
              <a:rPr lang="ru-RU" sz="2300" dirty="0"/>
              <a:t>Единый стиль общения ("мяу", "</a:t>
            </a:r>
            <a:r>
              <a:rPr lang="ru-RU" sz="2300" dirty="0" err="1"/>
              <a:t>мур-мур</a:t>
            </a:r>
            <a:r>
              <a:rPr lang="ru-RU" sz="2300" dirty="0"/>
              <a:t>") создает дружелюбную атмосферу.</a:t>
            </a:r>
          </a:p>
          <a:p>
            <a:r>
              <a:rPr lang="ru-RU" sz="2300" dirty="0"/>
              <a:t>Интерфейс адаптирован под стандарты </a:t>
            </a:r>
            <a:r>
              <a:rPr lang="en" sz="2300" dirty="0"/>
              <a:t>Telegram </a:t>
            </a:r>
            <a:r>
              <a:rPr lang="ru-RU" sz="2300" dirty="0"/>
              <a:t>и одинаково удобен на всех устройствах.</a:t>
            </a:r>
            <a:endParaRPr lang="en-US" sz="2300" dirty="0"/>
          </a:p>
          <a:p>
            <a:endParaRPr lang="ru-RU" dirty="0"/>
          </a:p>
        </p:txBody>
      </p:sp>
      <p:pic>
        <p:nvPicPr>
          <p:cNvPr id="7" name="Рисунок 6" descr="Изображение выглядит как кот, снеговик, белый, млекопитающе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021587E-DA39-190C-9753-9FAE8C10E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088" y="2515712"/>
            <a:ext cx="1739900" cy="31190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/>
              <a:t>Дополнительные функции (сверх ТЗ)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176165" y="2374653"/>
            <a:ext cx="2601905" cy="385914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Овал 12"/>
          <p:cNvSpPr/>
          <p:nvPr/>
        </p:nvSpPr>
        <p:spPr>
          <a:xfrm>
            <a:off x="7114901" y="2038725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09216" y="2015398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3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4" name="Объект 2"/>
          <p:cNvSpPr txBox="1"/>
          <p:nvPr/>
        </p:nvSpPr>
        <p:spPr>
          <a:xfrm>
            <a:off x="6270020" y="2795477"/>
            <a:ext cx="2411816" cy="3188953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Избранное</a:t>
            </a:r>
            <a:r>
              <a:rPr lang="ru-RU" dirty="0">
                <a:solidFill>
                  <a:schemeClr val="bg1"/>
                </a:solidFill>
              </a:rPr>
              <a:t> –для возможности сохранения постов и картинок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F2B3EC9-5F7D-5412-BCB4-423047AF239E}"/>
              </a:ext>
            </a:extLst>
          </p:cNvPr>
          <p:cNvSpPr/>
          <p:nvPr/>
        </p:nvSpPr>
        <p:spPr>
          <a:xfrm>
            <a:off x="9166846" y="2321283"/>
            <a:ext cx="2601905" cy="385914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75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15" name="Овал 12">
            <a:extLst>
              <a:ext uri="{FF2B5EF4-FFF2-40B4-BE49-F238E27FC236}">
                <a16:creationId xmlns:a16="http://schemas.microsoft.com/office/drawing/2014/main" id="{30176349-D292-0B83-1A71-7A524DDBB4E9}"/>
              </a:ext>
            </a:extLst>
          </p:cNvPr>
          <p:cNvSpPr/>
          <p:nvPr/>
        </p:nvSpPr>
        <p:spPr>
          <a:xfrm>
            <a:off x="10101085" y="2007941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109CCA-8CFF-E852-2770-EAA46D68878C}"/>
              </a:ext>
            </a:extLst>
          </p:cNvPr>
          <p:cNvSpPr txBox="1"/>
          <p:nvPr/>
        </p:nvSpPr>
        <p:spPr>
          <a:xfrm>
            <a:off x="10095401" y="2004030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79015" y="2379994"/>
            <a:ext cx="2601905" cy="385914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1230995" y="2007941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3839" y="1967340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204506" y="2401718"/>
            <a:ext cx="2601905" cy="385914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/>
          <p:cNvSpPr txBox="1"/>
          <p:nvPr/>
        </p:nvSpPr>
        <p:spPr>
          <a:xfrm>
            <a:off x="3297669" y="2829635"/>
            <a:ext cx="2411816" cy="3188953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</a:rPr>
              <a:t>«Гид по стилям»</a:t>
            </a:r>
            <a:r>
              <a:rPr lang="ru-RU" dirty="0">
                <a:solidFill>
                  <a:schemeClr val="bg1"/>
                </a:solidFill>
              </a:rPr>
              <a:t> для картинок с интеллектуальным подбором на основе желаемой эмоции.</a:t>
            </a:r>
          </a:p>
        </p:txBody>
      </p:sp>
      <p:sp>
        <p:nvSpPr>
          <p:cNvPr id="9" name="Овал 8"/>
          <p:cNvSpPr/>
          <p:nvPr/>
        </p:nvSpPr>
        <p:spPr>
          <a:xfrm>
            <a:off x="4161600" y="2064171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61601" y="2028235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9" name="Объект 2"/>
          <p:cNvSpPr txBox="1"/>
          <p:nvPr/>
        </p:nvSpPr>
        <p:spPr>
          <a:xfrm>
            <a:off x="205085" y="2829635"/>
            <a:ext cx="2677469" cy="3188953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</a:rPr>
              <a:t>«Генератор историй с картинками»</a:t>
            </a:r>
            <a:r>
              <a:rPr lang="ru-RU" dirty="0">
                <a:solidFill>
                  <a:schemeClr val="bg1"/>
                </a:solidFill>
              </a:rPr>
              <a:t> с выбором стиля повествования</a:t>
            </a:r>
          </a:p>
        </p:txBody>
      </p:sp>
      <p:sp>
        <p:nvSpPr>
          <p:cNvPr id="17" name="Нижний колонтитул 4"/>
          <p:cNvSpPr>
            <a:spLocks noGrp="1"/>
          </p:cNvSpPr>
          <p:nvPr>
            <p:ph type="ftr" sz="quarter" idx="11"/>
          </p:nvPr>
        </p:nvSpPr>
        <p:spPr>
          <a:xfrm flipV="1">
            <a:off x="2271000" y="6955579"/>
            <a:ext cx="7650000" cy="682349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Объект 2">
            <a:extLst>
              <a:ext uri="{FF2B5EF4-FFF2-40B4-BE49-F238E27FC236}">
                <a16:creationId xmlns:a16="http://schemas.microsoft.com/office/drawing/2014/main" id="{85236081-C140-37A3-D996-559E2934A4BB}"/>
              </a:ext>
            </a:extLst>
          </p:cNvPr>
          <p:cNvSpPr txBox="1"/>
          <p:nvPr/>
        </p:nvSpPr>
        <p:spPr>
          <a:xfrm>
            <a:off x="9256205" y="2772150"/>
            <a:ext cx="2411816" cy="3188953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Поддержка</a:t>
            </a:r>
            <a:r>
              <a:rPr lang="ru-RU" dirty="0">
                <a:solidFill>
                  <a:schemeClr val="bg1"/>
                </a:solidFill>
              </a:rPr>
              <a:t> – если бот сломался, нужна помощь или есть предложения по улучшению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E6CC1F4-8021-281D-2E50-738CF7019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29" b="13522"/>
          <a:stretch>
            <a:fillRect/>
          </a:stretch>
        </p:blipFill>
        <p:spPr>
          <a:xfrm>
            <a:off x="546932" y="98808"/>
            <a:ext cx="1417488" cy="18685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46798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Дальнейшее развитие проекта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 flipV="1">
            <a:off x="2270760" y="6955790"/>
            <a:ext cx="7649845" cy="835025"/>
          </a:xfrm>
        </p:spPr>
        <p:txBody>
          <a:bodyPr/>
          <a:lstStyle/>
          <a:p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282" y="1119536"/>
            <a:ext cx="10761518" cy="5291656"/>
          </a:xfrm>
        </p:spPr>
        <p:txBody>
          <a:bodyPr>
            <a:normAutofit fontScale="77500" lnSpcReduction="20000"/>
          </a:bodyPr>
          <a:lstStyle/>
          <a:p>
            <a:r>
              <a:rPr lang="ru-RU" altLang="en-US" sz="2500" dirty="0"/>
              <a:t>Добавление кнопки “Добавить пост в канал”, благодаря чему при нажатии данной кнопки пост автоматически будет публиковаться в канал, возможность отложенное отправки постов</a:t>
            </a:r>
          </a:p>
          <a:p>
            <a:r>
              <a:rPr lang="ru-RU" altLang="en-US" sz="2500" dirty="0"/>
              <a:t>Улучшение генерации картинок, их качества</a:t>
            </a:r>
          </a:p>
          <a:p>
            <a:r>
              <a:rPr lang="ru-RU" altLang="en-US" sz="2500" dirty="0"/>
              <a:t>Добавить вывод сообщения об ошибке: если неверный формат файла с текстом, файл пустой, много весит, неподдерживаемый формат изображения</a:t>
            </a:r>
          </a:p>
          <a:p>
            <a:r>
              <a:rPr lang="ru-RU" altLang="en-US" sz="2500" dirty="0"/>
              <a:t>Добавить достижения и уровни: </a:t>
            </a:r>
            <a:r>
              <a:rPr lang="ru-RU" sz="2500" dirty="0"/>
              <a:t>🎯 У вас уже 5 постов! До следующего уровня: 3 поста! Текущий уровень: Художник-пушистик (5 картинок) ✅</a:t>
            </a:r>
          </a:p>
          <a:p>
            <a:r>
              <a:rPr lang="ru-RU" sz="2500" dirty="0"/>
              <a:t>Добавить анализ </a:t>
            </a:r>
            <a:r>
              <a:rPr lang="ru-RU" sz="2500" dirty="0" err="1"/>
              <a:t>тг</a:t>
            </a:r>
            <a:r>
              <a:rPr lang="ru-RU" sz="2500" dirty="0"/>
              <a:t>-каналов и создание поста на основе анализа канала (например, давно в канале не было трогательных историй, или, посты с трогательными историями набирают большего всего просмотров, поэтому нужно чаще писать посты с трогательными историями)</a:t>
            </a:r>
          </a:p>
          <a:p>
            <a:r>
              <a:rPr lang="ru-RU" sz="2500" dirty="0"/>
              <a:t>Возможность создания </a:t>
            </a:r>
            <a:r>
              <a:rPr lang="ru-RU" sz="2500" dirty="0" err="1"/>
              <a:t>рилс</a:t>
            </a:r>
            <a:r>
              <a:rPr lang="ru-RU" sz="2500" dirty="0"/>
              <a:t>/</a:t>
            </a:r>
            <a:r>
              <a:rPr lang="ru-RU" sz="2500" dirty="0" err="1"/>
              <a:t>шортс</a:t>
            </a:r>
            <a:r>
              <a:rPr lang="ru-RU" sz="2500" dirty="0"/>
              <a:t> (короткие вертикальные видео) для продвижения канала и для постов</a:t>
            </a:r>
          </a:p>
          <a:p>
            <a:r>
              <a:rPr lang="ru-RU" sz="2500" dirty="0"/>
              <a:t>Оценка тональности и эффективности текста до публикации</a:t>
            </a:r>
          </a:p>
          <a:p>
            <a:r>
              <a:rPr lang="ru-RU" sz="2500" dirty="0"/>
              <a:t>Регулярные отчеты с возможностью выбора их частоты</a:t>
            </a:r>
            <a:endParaRPr lang="en-US" sz="2500" dirty="0"/>
          </a:p>
          <a:p>
            <a:r>
              <a:rPr lang="ru-RU" sz="2500" dirty="0"/>
              <a:t>В следующей версии бота добавим возможность общения с ботом </a:t>
            </a:r>
            <a:br>
              <a:rPr lang="ru-RU" sz="2500" dirty="0"/>
            </a:br>
            <a:r>
              <a:rPr lang="ru-RU" sz="2500" dirty="0"/>
              <a:t>через групповые чаты</a:t>
            </a:r>
            <a:r>
              <a:rPr lang="en-US" sz="2500" dirty="0"/>
              <a:t>, </a:t>
            </a:r>
            <a:r>
              <a:rPr lang="ru-RU" sz="2500" dirty="0"/>
              <a:t>отложенные напоминания о постах</a:t>
            </a:r>
          </a:p>
          <a:p>
            <a:r>
              <a:rPr lang="ru-RU" sz="2500" dirty="0"/>
              <a:t>Изменение способа генерации текста с </a:t>
            </a:r>
            <a:r>
              <a:rPr lang="en-US" sz="2500" dirty="0" err="1"/>
              <a:t>openrouter</a:t>
            </a:r>
            <a:r>
              <a:rPr lang="en-US" sz="2500" dirty="0"/>
              <a:t> API </a:t>
            </a:r>
            <a:r>
              <a:rPr lang="ru-RU" sz="2500" dirty="0"/>
              <a:t>на генерацию с помощью                     локально запущенной модели, как это реализовано сейчас для генерации картинок</a:t>
            </a:r>
            <a:endParaRPr lang="ru-RU" dirty="0"/>
          </a:p>
          <a:p>
            <a:endParaRPr lang="ru-RU" altLang="en-US" dirty="0"/>
          </a:p>
          <a:p>
            <a:endParaRPr lang="ru-RU" altLang="en-US" dirty="0"/>
          </a:p>
        </p:txBody>
      </p:sp>
      <p:pic>
        <p:nvPicPr>
          <p:cNvPr id="6" name="Рисунок 5" descr="Изображение выглядит как кот, п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6E7461C-945E-0B01-69AB-F1886393B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581" y="4874559"/>
            <a:ext cx="1800405" cy="1865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764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Наша команда</a:t>
            </a:r>
          </a:p>
        </p:txBody>
      </p:sp>
      <p:pic>
        <p:nvPicPr>
          <p:cNvPr id="4" name="Content Placeholder 3" descr="IMG_209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5528" y="1010539"/>
            <a:ext cx="1424940" cy="19519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38200" y="2963839"/>
            <a:ext cx="43795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en-US" sz="1600" dirty="0"/>
              <a:t>Зуйкова Елизавета Владимировна</a:t>
            </a:r>
          </a:p>
          <a:p>
            <a:pPr algn="ctr"/>
            <a:r>
              <a:rPr lang="ru-RU" altLang="en-US" sz="1600" dirty="0"/>
              <a:t>Образование: 1 курс университета ИТМО</a:t>
            </a:r>
          </a:p>
          <a:p>
            <a:pPr algn="ctr"/>
            <a:r>
              <a:rPr lang="ru-RU" altLang="en-US" sz="1600" dirty="0"/>
              <a:t>Роль: капитан, разработка сценария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7205680" y="2962529"/>
            <a:ext cx="379199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altLang="en-US" sz="1600" dirty="0"/>
              <a:t>Орлов Игорь Юрьевич</a:t>
            </a:r>
          </a:p>
          <a:p>
            <a:pPr algn="ctr"/>
            <a:r>
              <a:rPr lang="ru-RU" altLang="en-US" sz="1600" dirty="0"/>
              <a:t>Образование: 1 курс университета ИТМО</a:t>
            </a:r>
          </a:p>
          <a:p>
            <a:pPr algn="ctr"/>
            <a:r>
              <a:rPr lang="ru-RU" altLang="en-US" sz="1600" dirty="0"/>
              <a:t>Роль: ведущий программист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BE0929-0968-15F5-CCBB-ED29E0D2E323}"/>
              </a:ext>
            </a:extLst>
          </p:cNvPr>
          <p:cNvSpPr txBox="1"/>
          <p:nvPr/>
        </p:nvSpPr>
        <p:spPr>
          <a:xfrm>
            <a:off x="1067782" y="5821600"/>
            <a:ext cx="38045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Макаров Алексей Иванович</a:t>
            </a:r>
          </a:p>
          <a:p>
            <a:pPr algn="ctr"/>
            <a:r>
              <a:rPr lang="ru-RU" altLang="en-US" sz="1600" dirty="0"/>
              <a:t>Образование: 1 курс университета ИТМО</a:t>
            </a:r>
          </a:p>
          <a:p>
            <a:pPr algn="ctr"/>
            <a:r>
              <a:rPr lang="ru-RU" sz="1600" dirty="0"/>
              <a:t>Роль: </a:t>
            </a:r>
            <a:r>
              <a:rPr lang="ru-RU" sz="1600" dirty="0" err="1"/>
              <a:t>A</a:t>
            </a:r>
            <a:r>
              <a:rPr lang="en-US" sz="1600" dirty="0"/>
              <a:t>I</a:t>
            </a:r>
            <a:r>
              <a:rPr lang="ru-RU" sz="1600" dirty="0"/>
              <a:t> </a:t>
            </a:r>
            <a:r>
              <a:rPr lang="en-US" sz="1600" dirty="0"/>
              <a:t>–</a:t>
            </a:r>
            <a:r>
              <a:rPr lang="ru-RU" sz="1600" dirty="0"/>
              <a:t> </a:t>
            </a:r>
            <a:r>
              <a:rPr lang="en-US" sz="1600" dirty="0" err="1"/>
              <a:t>с</a:t>
            </a:r>
            <a:r>
              <a:rPr lang="ru-RU" sz="1600" dirty="0" err="1"/>
              <a:t>пециалист</a:t>
            </a:r>
            <a:r>
              <a:rPr lang="ru-RU" sz="1600" dirty="0"/>
              <a:t>, менеджер проекта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3F6FE-363F-57F1-D8F5-5244AC96B981}"/>
              </a:ext>
            </a:extLst>
          </p:cNvPr>
          <p:cNvSpPr txBox="1"/>
          <p:nvPr/>
        </p:nvSpPr>
        <p:spPr>
          <a:xfrm>
            <a:off x="7205680" y="5821599"/>
            <a:ext cx="3791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Хакимов Ильдар Ренатович</a:t>
            </a:r>
            <a:br>
              <a:rPr lang="ru-RU" sz="1600" dirty="0"/>
            </a:br>
            <a:r>
              <a:rPr lang="ru-RU" altLang="en-US" sz="1600" dirty="0"/>
              <a:t>Образование: 1 курс университета ИТМО</a:t>
            </a:r>
          </a:p>
          <a:p>
            <a:pPr algn="ctr"/>
            <a:r>
              <a:rPr lang="ru-RU" sz="1600" dirty="0"/>
              <a:t>Роль: </a:t>
            </a:r>
            <a:r>
              <a:rPr lang="en-US" sz="1600" dirty="0"/>
              <a:t>UX/UI</a:t>
            </a:r>
            <a:r>
              <a:rPr lang="ru-RU" sz="1600" dirty="0"/>
              <a:t>-дизайнер, разработка идеи</a:t>
            </a:r>
          </a:p>
        </p:txBody>
      </p:sp>
      <p:pic>
        <p:nvPicPr>
          <p:cNvPr id="9" name="Рисунок 8" descr="Изображение выглядит как Человеческое лицо, человек, одежда, ше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B4A8373-1CDC-DF4B-AC19-3DDDA3FBE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159" y="3745429"/>
            <a:ext cx="1557677" cy="2076170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Человеческое лицо, человек, небо, ше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2E2B250-F09B-F154-9801-6B36A7AA2E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835" y="1010539"/>
            <a:ext cx="1463992" cy="1951990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Человеческое лицо, человек, бровь, Лоб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6AD2D53-EEA3-B6DB-D952-EBD15A646E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4"/>
          <a:stretch>
            <a:fillRect/>
          </a:stretch>
        </p:blipFill>
        <p:spPr>
          <a:xfrm>
            <a:off x="8438024" y="3771342"/>
            <a:ext cx="1583197" cy="2050258"/>
          </a:xfrm>
          <a:prstGeom prst="rect">
            <a:avLst/>
          </a:prstGeom>
        </p:spPr>
      </p:pic>
      <p:pic>
        <p:nvPicPr>
          <p:cNvPr id="17" name="Рисунок 16" descr="Изображение выглядит как млекопитающее, кот, домашняя кошка, Мелкие и средние кошк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2FB5A72-803B-6D1D-B993-7A1765E614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932" y="2194561"/>
            <a:ext cx="1576575" cy="21725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237575B-61ED-B5D7-2320-18864D4752BA}"/>
              </a:ext>
            </a:extLst>
          </p:cNvPr>
          <p:cNvSpPr txBox="1"/>
          <p:nvPr/>
        </p:nvSpPr>
        <p:spPr>
          <a:xfrm>
            <a:off x="5248887" y="4367158"/>
            <a:ext cx="20966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Кот </a:t>
            </a:r>
            <a:r>
              <a:rPr lang="ru-RU" dirty="0" err="1"/>
              <a:t>Добробот</a:t>
            </a:r>
            <a:br>
              <a:rPr lang="ru-RU" dirty="0"/>
            </a:br>
            <a:r>
              <a:rPr lang="ru-RU" dirty="0"/>
              <a:t>Умный кот</a:t>
            </a:r>
          </a:p>
          <a:p>
            <a:pPr algn="ctr"/>
            <a:r>
              <a:rPr lang="ru-RU" dirty="0"/>
              <a:t>Создаёт посты</a:t>
            </a:r>
            <a:br>
              <a:rPr lang="ru-RU" dirty="0"/>
            </a:br>
            <a:r>
              <a:rPr lang="ru-RU" dirty="0"/>
              <a:t>Желает всем добра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9"/>
          <p:cNvSpPr txBox="1"/>
          <p:nvPr/>
        </p:nvSpPr>
        <p:spPr>
          <a:xfrm>
            <a:off x="789653" y="668930"/>
            <a:ext cx="10607039" cy="1150267"/>
          </a:xfrm>
          <a:prstGeom prst="rect">
            <a:avLst/>
          </a:prstGeom>
          <a:effectLst>
            <a:outerShdw blurRad="50800" dist="38100" dir="5400000" algn="t" rotWithShape="0">
              <a:schemeClr val="accent4">
                <a:lumMod val="50000"/>
                <a:alpha val="40000"/>
              </a:scheme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>
                <a:solidFill>
                  <a:schemeClr val="bg2">
                    <a:lumMod val="50000"/>
                  </a:schemeClr>
                </a:solidFill>
              </a:rPr>
              <a:t>СПАСИБО</a:t>
            </a:r>
            <a:r>
              <a:rPr lang="en-US" sz="72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7200" b="1" dirty="0">
                <a:solidFill>
                  <a:schemeClr val="bg2">
                    <a:lumMod val="50000"/>
                  </a:schemeClr>
                </a:solidFill>
              </a:rPr>
              <a:t>ЗА ВНИМАНИЕ</a:t>
            </a:r>
          </a:p>
        </p:txBody>
      </p:sp>
      <p:sp>
        <p:nvSpPr>
          <p:cNvPr id="17" name="Текст 11"/>
          <p:cNvSpPr txBox="1"/>
          <p:nvPr/>
        </p:nvSpPr>
        <p:spPr>
          <a:xfrm>
            <a:off x="2608499" y="2882976"/>
            <a:ext cx="6975002" cy="17057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0D3D3E-E412-4B6A-ADF4-BAD4139DFD68}"/>
              </a:ext>
            </a:extLst>
          </p:cNvPr>
          <p:cNvSpPr txBox="1"/>
          <p:nvPr/>
        </p:nvSpPr>
        <p:spPr>
          <a:xfrm>
            <a:off x="4023215" y="2984319"/>
            <a:ext cx="41399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Ссылка на нашего бота: </a:t>
            </a:r>
            <a:r>
              <a:rPr lang="en-US" dirty="0" err="1"/>
              <a:t>t.me</a:t>
            </a:r>
            <a:r>
              <a:rPr lang="en-US" dirty="0"/>
              <a:t>/</a:t>
            </a:r>
            <a:r>
              <a:rPr lang="en-US" dirty="0" err="1"/>
              <a:t>nko_ai_bot</a:t>
            </a:r>
            <a:endParaRPr lang="ru-RU" dirty="0"/>
          </a:p>
          <a:p>
            <a:r>
              <a:rPr lang="ru-RU" dirty="0"/>
              <a:t>Связь с командой: </a:t>
            </a:r>
            <a:r>
              <a:rPr lang="en-US" dirty="0" err="1"/>
              <a:t>t.me</a:t>
            </a:r>
            <a:r>
              <a:rPr lang="en-US" dirty="0"/>
              <a:t>/</a:t>
            </a:r>
            <a:r>
              <a:rPr lang="en-US" dirty="0" err="1"/>
              <a:t>elizacrai</a:t>
            </a:r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45AA76-4E80-41F4-E8A6-B8BF87AB0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3" t="34857" r="19314" b="33090"/>
          <a:stretch>
            <a:fillRect/>
          </a:stretch>
        </p:blipFill>
        <p:spPr>
          <a:xfrm>
            <a:off x="4966813" y="3990867"/>
            <a:ext cx="1944868" cy="2198203"/>
          </a:xfrm>
          <a:prstGeom prst="rect">
            <a:avLst/>
          </a:prstGeom>
        </p:spPr>
      </p:pic>
      <p:pic>
        <p:nvPicPr>
          <p:cNvPr id="6" name="Рисунок 5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11A590-57D7-092D-B41E-6F2572CE3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795" y="3630650"/>
            <a:ext cx="2558420" cy="25584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0078B8-7241-6B21-2D38-75475CC366FD}"/>
              </a:ext>
            </a:extLst>
          </p:cNvPr>
          <p:cNvSpPr txBox="1"/>
          <p:nvPr/>
        </p:nvSpPr>
        <p:spPr>
          <a:xfrm>
            <a:off x="2250141" y="2241150"/>
            <a:ext cx="10524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Давайте делать добро вместе! Попробуйте Кота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Добр</a:t>
            </a:r>
            <a:r>
              <a:rPr lang="ru-RU" b="1" dirty="0" err="1">
                <a:solidFill>
                  <a:srgbClr val="0F1115"/>
                </a:solidFill>
                <a:latin typeface="quote-cjk-patch"/>
              </a:rPr>
              <a:t>о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бота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прямо сейчас!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775</Words>
  <Application>Microsoft Macintosh PowerPoint</Application>
  <PresentationFormat>Широкоэкранный</PresentationFormat>
  <Paragraphs>87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Helvetica Neue</vt:lpstr>
      <vt:lpstr>quote-cjk-patch</vt:lpstr>
      <vt:lpstr>Тема Office</vt:lpstr>
      <vt:lpstr>Чат-бот для создания контента для НКО</vt:lpstr>
      <vt:lpstr>Функции бота, интерфейс</vt:lpstr>
      <vt:lpstr>Функции бота, интерфейс</vt:lpstr>
      <vt:lpstr>Пример диалога         Пример контента</vt:lpstr>
      <vt:lpstr>Техническая часть</vt:lpstr>
      <vt:lpstr>Чем пользователю удобен наш бот?</vt:lpstr>
      <vt:lpstr>Дополнительные функции (сверх ТЗ)</vt:lpstr>
      <vt:lpstr>Дальнейшее развитие проекта</vt:lpstr>
      <vt:lpstr>Наша команда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светлый, шаблон презентации с сайта presentation-creation.ru</dc:title>
  <dc:creator>User Obstinate</dc:creator>
  <cp:lastModifiedBy>Игорь Орлов</cp:lastModifiedBy>
  <cp:revision>11</cp:revision>
  <dcterms:created xsi:type="dcterms:W3CDTF">2025-11-16T10:43:53Z</dcterms:created>
  <dcterms:modified xsi:type="dcterms:W3CDTF">2025-11-16T14:56:17Z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